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2"/>
  </p:notesMasterIdLst>
  <p:handoutMasterIdLst>
    <p:handoutMasterId r:id="rId23"/>
  </p:handoutMasterIdLst>
  <p:sldIdLst>
    <p:sldId id="256" r:id="rId5"/>
    <p:sldId id="315" r:id="rId6"/>
    <p:sldId id="317" r:id="rId7"/>
    <p:sldId id="318" r:id="rId8"/>
    <p:sldId id="307" r:id="rId9"/>
    <p:sldId id="323" r:id="rId10"/>
    <p:sldId id="325" r:id="rId11"/>
    <p:sldId id="329" r:id="rId12"/>
    <p:sldId id="326" r:id="rId13"/>
    <p:sldId id="330" r:id="rId14"/>
    <p:sldId id="319" r:id="rId15"/>
    <p:sldId id="320" r:id="rId16"/>
    <p:sldId id="324" r:id="rId17"/>
    <p:sldId id="308" r:id="rId18"/>
    <p:sldId id="285" r:id="rId19"/>
    <p:sldId id="327" r:id="rId20"/>
    <p:sldId id="328" r:id="rId21"/>
  </p:sldIdLst>
  <p:sldSz cx="12192000" cy="6858000"/>
  <p:notesSz cx="6858000" cy="9144000"/>
  <p:defaultTextStyle>
    <a:defPPr rtl="0">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C6C4D0"/>
    <a:srgbClr val="0D9270"/>
    <a:srgbClr val="632F8D"/>
    <a:srgbClr val="FFFFFF"/>
    <a:srgbClr val="5C8333"/>
    <a:srgbClr val="98368F"/>
    <a:srgbClr val="085E83"/>
    <a:srgbClr val="00D5A4"/>
    <a:srgbClr val="00F0B4"/>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ABECCF-F0F8-7A70-56EE-49BEC6018FDC}" v="82" dt="2024-12-17T20:45:03.960"/>
    <p1510:client id="{8AE72CA9-A41F-E01F-BBD9-27E17A209283}" v="221" dt="2024-12-17T21:08:03.4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272" y="56"/>
      </p:cViewPr>
      <p:guideLst>
        <p:guide orient="horz" pos="1752"/>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a:extLst>
              <a:ext uri="{FF2B5EF4-FFF2-40B4-BE49-F238E27FC236}">
                <a16:creationId xmlns:a16="http://schemas.microsoft.com/office/drawing/2014/main" id="{2B440F78-2C9E-4C7F-818C-B40BB19D3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a:p>
        </p:txBody>
      </p:sp>
      <p:sp>
        <p:nvSpPr>
          <p:cNvPr id="3" name="Data — symbol zastępczy 2">
            <a:extLst>
              <a:ext uri="{FF2B5EF4-FFF2-40B4-BE49-F238E27FC236}">
                <a16:creationId xmlns:a16="http://schemas.microsoft.com/office/drawing/2014/main" id="{0ED3FB98-80B9-4155-809A-82659D34A0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96E5B10C-70D4-4AE0-B4C5-711AF6B366A4}" type="datetime1">
              <a:rPr lang="pl-PL" smtClean="0"/>
              <a:t>08.01.2025</a:t>
            </a:fld>
            <a:endParaRPr lang="pl-PL"/>
          </a:p>
        </p:txBody>
      </p:sp>
      <p:sp>
        <p:nvSpPr>
          <p:cNvPr id="4" name="Stopka — symbol zastępczy 3">
            <a:extLst>
              <a:ext uri="{FF2B5EF4-FFF2-40B4-BE49-F238E27FC236}">
                <a16:creationId xmlns:a16="http://schemas.microsoft.com/office/drawing/2014/main" id="{D8DEF847-3492-4888-9C23-1504238536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a:p>
        </p:txBody>
      </p:sp>
      <p:sp>
        <p:nvSpPr>
          <p:cNvPr id="5" name="Numer slajdu — symbol zastępczy 4">
            <a:extLst>
              <a:ext uri="{FF2B5EF4-FFF2-40B4-BE49-F238E27FC236}">
                <a16:creationId xmlns:a16="http://schemas.microsoft.com/office/drawing/2014/main" id="{D9E48C54-2332-4748-9C65-6A27E550C1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7F75FB2-D12E-4669-8522-D3E2C7E6DC97}" type="slidenum">
              <a:rPr lang="pl-PL" smtClean="0"/>
              <a:t>‹#›</a:t>
            </a:fld>
            <a:endParaRPr lang="pl-PL"/>
          </a:p>
        </p:txBody>
      </p:sp>
    </p:spTree>
    <p:extLst>
      <p:ext uri="{BB962C8B-B14F-4D97-AF65-F5344CB8AC3E}">
        <p14:creationId xmlns:p14="http://schemas.microsoft.com/office/powerpoint/2010/main" val="1996991802"/>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23"/>
    </inkml:context>
    <inkml:brush xml:id="br0">
      <inkml:brushProperty name="width" value="0.1" units="cm"/>
      <inkml:brushProperty name="height" value="0.1" units="cm"/>
    </inkml:brush>
  </inkml:definitions>
  <inkml:trace contextRef="#ctx0" brushRef="#br0">21722 17236 16383 0 0,'5'-10'0'0'0,"12"-28"0"0"0,7-27 0 0 0,10-32 0 0 0,14-19 0 0 0,8-15 0 0 0,0 0 0 0 0,1-7 0 0 0,-1 5 0 0 0,-4 11 0 0 0,-6 5 0 0 0,4 4 0 0 0,3-9 0 0 0,3-13 0 0 0,6-13 0 0 0,3-6 0 0 0,0-7 0 0 0,3-5 0 0 0,-4 10 0 0 0,-3 3 0 0 0,7 2 0 0 0,2 3 0 0 0,5 11 0 0 0,-12 14 0 0 0,-6 19 0 0 0,-7 11 0 0 0,-3 8 0 0 0,0-17 0 0 0,12-21 0 0 0,26-28 0 0 0,23-14 0 0 0,8 2 0 0 0,-11 24 0 0 0,-13 25 0 0 0,-23 27 0 0 0,-23 24 0 0 0,-14 23 0 0 0,-12 12 0 0 0,-6 12 0 0 0,-4 3 0 0 0,-4-1 0 0 0,-3-3 0 0 0,2-3 0 0 0,1-4 0 0 0,0-2 0 0 0,3 3 0 0 0,0 0 0 0 0,-1 0 0 0 0,3-2 0 0 0,-1 4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24"/>
    </inkml:context>
    <inkml:brush xml:id="br0">
      <inkml:brushProperty name="width" value="0.1" units="cm"/>
      <inkml:brushProperty name="height" value="0.1" units="cm"/>
    </inkml:brush>
  </inkml:definitions>
  <inkml:trace contextRef="#ctx0" brushRef="#br0">23813 12488 16383 0 0,'0'5'0'0'0,"0"12"0"0"0,0 12 0 0 0,0 11 0 0 0,0 5 0 0 0,0-2 0 0 0,0 8 0 0 0,0 9 0 0 0,0 9 0 0 0,0 4 0 0 0,0-7 0 0 0,0-4 0 0 0,0-8 0 0 0,0-8 0 0 0,0-7 0 0 0,0-5 0 0 0,0-4 0 0 0,0-6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25"/>
    </inkml:context>
    <inkml:brush xml:id="br0">
      <inkml:brushProperty name="width" value="0.1" units="cm"/>
      <inkml:brushProperty name="height" value="0.1" units="cm"/>
    </inkml:brush>
  </inkml:definitions>
  <inkml:trace contextRef="#ctx0" brushRef="#br0">23835 12462 16383 0 0,'-5'0'0'0'0,"-6"5"0"0"0,-7 6 0 0 0,0 7 0 0 0,-1 5 0 0 0,-4-2 0 0 0,3 1 0 0 0,0 2 0 0 0,-1-4 0 0 0,-3 0 0 0 0,-2 2 0 0 0,-1 1 0 0 0,-2 3 0 0 0,1 1 0 0 0,-7 1 0 0 0,4 1 0 0 0,7 0 0 0 0,3-5 0 0 0,-1-1 0 0 0,-1-5 0 0 0,-1 5 0 0 0,-7 3 0 0 0,-3 2 0 0 0,4-4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26"/>
    </inkml:context>
    <inkml:brush xml:id="br0">
      <inkml:brushProperty name="width" value="0.1" units="cm"/>
      <inkml:brushProperty name="height" value="0.1" units="cm"/>
    </inkml:brush>
  </inkml:definitions>
  <inkml:trace contextRef="#ctx0" brushRef="#br0">13838 3969 16383 0 0,'10'0'0'0'0,"3"5"0"0"0,4 6 0 0 0,10 7 0 0 0,4 5 0 0 0,8 3 0 0 0,1 8 0 0 0,4 2 0 0 0,5 5 0 0 0,3 1 0 0 0,-2 8 0 0 0,11 0 0 0 0,-1 2 0 0 0,-1-4 0 0 0,-4-4 0 0 0,-3 5 0 0 0,0-1 0 0 0,-4 1 0 0 0,0-8 0 0 0,1-1 0 0 0,3 3 0 0 0,2 4 0 0 0,6-2 0 0 0,-1 2 0 0 0,-7-2 0 0 0,4-4 0 0 0,-4 1 0 0 0,-5-1 0 0 0,4-4 0 0 0,-2-2 0 0 0,1-3 0 0 0,-4 3 0 0 0,1 1 0 0 0,2 4 0 0 0,3 0 0 0 0,2-1 0 0 0,2 6 0 0 0,6 2 0 0 0,7 7 0 0 0,2-1 0 0 0,4 1 0 0 0,-1 0 0 0 0,-9-3 0 0 0,-5-6 0 0 0,-8-5 0 0 0,-7-5 0 0 0,-3-3 0 0 0,-2-3 0 0 0,1 5 0 0 0,4 0 0 0 0,-1 0 0 0 0,-3-1 0 0 0,-4-1 0 0 0,-3-1 0 0 0,3-6 0 0 0,-1 3 0 0 0,5 1 0 0 0,-1 1 0 0 0,3 0 0 0 0,4 5 0 0 0,-1 2 0 0 0,2 3 0 0 0,7 1 0 0 0,4 3 0 0 0,-3-1 0 0 0,9 2 0 0 0,-2-2 0 0 0,-7-3 0 0 0,-2-3 0 0 0,-7-4 0 0 0,0 3 0 0 0,1 1 0 0 0,-3-2 0 0 0,2 3 0 0 0,6 5 0 0 0,5 6 0 0 0,-2-2 0 0 0,3-3 0 0 0,2 6 0 0 0,-4-6 0 0 0,-3-1 0 0 0,-5-2 0 0 0,-1 1 0 0 0,1-1 0 0 0,-2 2 0 0 0,-1-1 0 0 0,3 2 0 0 0,3 3 0 0 0,12 9 0 0 0,5 4 0 0 0,1 3 0 0 0,-2-1 0 0 0,2 5 0 0 0,0 0 0 0 0,-3 0 0 0 0,-8-3 0 0 0,-3-2 0 0 0,-3-7 0 0 0,1-2 0 0 0,0-1 0 0 0,7 5 0 0 0,1 4 0 0 0,7 1 0 0 0,0-6 0 0 0,-1-7 0 0 0,-3-1 0 0 0,-7-5 0 0 0,-9-5 0 0 0,3-3 0 0 0,-4 2 0 0 0,6 4 0 0 0,3 6 0 0 0,2-1 0 0 0,1 7 0 0 0,0-1 0 0 0,4 1 0 0 0,-3-4 0 0 0,-8-6 0 0 0,-2-9 0 0 0,-1-1 0 0 0,2-1 0 0 0,1 3 0 0 0,-3 2 0 0 0,0 3 0 0 0,6-4 0 0 0,3 1 0 0 0,-3-1 0 0 0,4 4 0 0 0,1 0 0 0 0,5 7 0 0 0,1 1 0 0 0,5 3 0 0 0,8 2 0 0 0,7 1 0 0 0,8 8 0 0 0,2-3 0 0 0,10 3 0 0 0,-4 2 0 0 0,-5-1 0 0 0,2 0 0 0 0,-3-8 0 0 0,-2 4 0 0 0,-3 0 0 0 0,-2 0 0 0 0,-6-4 0 0 0,-8-3 0 0 0,-3-4 0 0 0,-2-1 0 0 0,-10-4 0 0 0,-4-8 0 0 0,-3-1 0 0 0,-1-2 0 0 0,2 5 0 0 0,5 0 0 0 0,-3 4 0 0 0,0 0 0 0 0,-1 2 0 0 0,0-5 0 0 0,1 0 0 0 0,0-1 0 0 0,1 3 0 0 0,-1-1 0 0 0,1 4 0 0 0,0-2 0 0 0,0 3 0 0 0,-4-1 0 0 0,-3-4 0 0 0,1-2 0 0 0,-4 1 0 0 0,5 0 0 0 0,-2 3 0 0 0,0-1 0 0 0,2-1 0 0 0,-4 1 0 0 0,0 0 0 0 0,-3-3 0 0 0,-5-2 0 0 0,1-2 0 0 0,-3 3 0 0 0,3-5 0 0 0,4 3 0 0 0,-1 0 0 0 0,6 4 0 0 0,0 1 0 0 0,1 3 0 0 0,2 0 0 0 0,1 2 0 0 0,-4-1 0 0 0,0-3 0 0 0,-5-8 0 0 0,-4 0 0 0 0,0-1 0 0 0,-2 0 0 0 0,2-1 0 0 0,-2 5 0 0 0,3-4 0 0 0,4 3 0 0 0,-1 0 0 0 0,-4 0 0 0 0,1-2 0 0 0,3 5 0 0 0,4 0 0 0 0,-7 4 0 0 0,-1-6 0 0 0,3 3 0 0 0,3 3 0 0 0,3 5 0 0 0,-2-5 0 0 0,-9-5 0 0 0,-6-8 0 0 0,0-5 0 0 0,0 5 0 0 0,-2 1 0 0 0,0-3 0 0 0,3-2 0 0 0,-3 1 0 0 0,2 0 0 0 0,-5 1 0 0 0,3-3 0 0 0,1 3 0 0 0,-1-2 0 0 0,0 0 0 0 0,-1 0 0 0 0,-1 1 0 0 0,0 2 0 0 0,-1-4 0 0 0,0 4 0 0 0,0 2 0 0 0,0-4 0 0 0,0-1 0 0 0,0 0 0 0 0,0 2 0 0 0,0-5 0 0 0,-1 0 0 0 0,1 1 0 0 0,-4 1 0 0 0,2-2 0 0 0,-3 4 0 0 0,5-2 0 0 0,2 6 0 0 0,0-3 0 0 0,1-1 0 0 0,-1 1 0 0 0,-1 0 0 0 0,0-4 0 0 0,0 0 0 0 0,-1 0 0 0 0,0 1 0 0 0,0 3 0 0 0,0-4 0 0 0,0 4 0 0 0,0 3 0 0 0,4 1 0 0 0,3 1 0 0 0,-1-5 0 0 0,-1-7 0 0 0,-6-2 0 0 0,-4 1 0 0 0,5-2 0 0 0,-3 1 0 0 0,0-3 0 0 0,-1 2 0 0 0,1-2 0 0 0,1 1 0 0 0,-4 3 0 0 0,3-1 0 0 0,3 1 0 0 0,2-2 0 0 0,-1-4 0 0 0,-4 0 0 0 0,-3 4 0 0 0,1-1 0 0 0,0 7 0 0 0,7-1 0 0 0,2 2 0 0 0,6 1 0 0 0,2-3 0 0 0,-3 0 0 0 0,-1 1 0 0 0,-3-3 0 0 0,-2-5 0 0 0,-2 0 0 0 0,-1-2 0 0 0,0-3 0 0 0,-5 1 0 0 0,-2 0 0 0 0,0-3 0 0 0,-3 4 0 0 0,0-2 0 0 0,1-1 0 0 0,3 3 0 0 0,2-1 0 0 0,1-2 0 0 0,2 3 0 0 0,1-1 0 0 0,0-2 0 0 0,1 3 0 0 0,-1-1 0 0 0,-4 3 0 0 0,-3-1 0 0 0,1-2 0 0 0,-3 2 0 0 0,-2-1 0 0 0,-7-3 0 0 0,-11-7 0 0 0,-6-8 0 0 0,-6-9 0 0 0,-7-2 0 0 0,-4-6 0 0 0,-4-6 0 0 0,-6-6 0 0 0,-4-3 0 0 0,-4 1 0 0 0,4 1 0 0 0,-1 3 0 0 0,5 2 0 0 0,4 1 0 0 0,2 7 0 0 0,5 1 0 0 0,2 6 0 0 0,4 0 0 0 0,0-2 0 0 0,-2-3 0 0 0,-8-2 0 0 0,-5-7 0 0 0,-2 2 0 0 0,5 1 0 0 0,7 4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27"/>
    </inkml:context>
    <inkml:brush xml:id="br0">
      <inkml:brushProperty name="width" value="0.1" units="cm"/>
      <inkml:brushProperty name="height" value="0.1" units="cm"/>
    </inkml:brush>
  </inkml:definitions>
  <inkml:trace contextRef="#ctx0" brushRef="#br0">26841 13665 16383 0 0,'-5'0'0'0'0,"-6"0"0"0"0,-7 0 0 0 0,-10 0 0 0 0,-4 0 0 0 0,-3 0 0 0 0,-5-5 0 0 0,0-2 0 0 0,1 1 0 0 0,-2-4 0 0 0,0 0 0 0 0,-2 2 0 0 0,1 1 0 0 0,8-2 0 0 0,0 1 0 0 0,0-5 0 0 0,-3 2 0 0 0,-6 1 0 0 0,0-2 0 0 0,2 1 0 0 0,4 3 0 0 0,7 2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28"/>
    </inkml:context>
    <inkml:brush xml:id="br0">
      <inkml:brushProperty name="width" value="0.1" units="cm"/>
      <inkml:brushProperty name="height" value="0.1" units="cm"/>
    </inkml:brush>
  </inkml:definitions>
  <inkml:trace contextRef="#ctx0" brushRef="#br0">14261 16418 16383 0 0,'5'0'0'0'0,"6"0"0"0"0,7 0 0 0 0,5 0 0 0 0,8-5 0 0 0,14-6 0 0 0,9-7 0 0 0,6-5 0 0 0,-4-3 0 0 0,5-3 0 0 0,6-10 0 0 0,2-5 0 0 0,3-4 0 0 0,5 2 0 0 0,9-7 0 0 0,15-9 0 0 0,9 1 0 0 0,6-4 0 0 0,-2 0 0 0 0,4-5 0 0 0,-7 5 0 0 0,-9 4 0 0 0,-6 7 0 0 0,-6 3 0 0 0,3 6 0 0 0,-5 4 0 0 0,-3 1 0 0 0,-6 1 0 0 0,4-2 0 0 0,2 1 0 0 0,-4-3 0 0 0,0-4 0 0 0,1 7 0 0 0,5-1 0 0 0,-1 2 0 0 0,-6 3 0 0 0,-2 3 0 0 0,-4-4 0 0 0,1 6 0 0 0,1-3 0 0 0,3 0 0 0 0,13-4 0 0 0,10-11 0 0 0,8-6 0 0 0,0 1 0 0 0,-4-1 0 0 0,-1 0 0 0 0,-3 9 0 0 0,-3 3 0 0 0,-10-2 0 0 0,-10 7 0 0 0,2 0 0 0 0,-4 2 0 0 0,1-3 0 0 0,-4 0 0 0 0,6-3 0 0 0,-2 1 0 0 0,-3 2 0 0 0,-5 3 0 0 0,-5 2 0 0 0,2 3 0 0 0,-1 1 0 0 0,-1-4 0 0 0,-8 4 0 0 0,7-3 0 0 0,2-1 0 0 0,5 1 0 0 0,5-4 0 0 0,-1-1 0 0 0,12 1 0 0 0,1-3 0 0 0,0 1 0 0 0,-5 2 0 0 0,-1 2 0 0 0,4 2 0 0 0,-2-3 0 0 0,-1 4 0 0 0,-4 3 0 0 0,-6 2 0 0 0,-6 0 0 0 0,1 0 0 0 0,-1-1 0 0 0,2 0 0 0 0,0 0 0 0 0,-2 4 0 0 0,2-3 0 0 0,-1-3 0 0 0,3 5 0 0 0,0-4 0 0 0,-3-2 0 0 0,-3 5 0 0 0,2 1 0 0 0,0 1 0 0 0,3-1 0 0 0,-1-2 0 0 0,-2 0 0 0 0,8-1 0 0 0,0 0 0 0 0,-2-1 0 0 0,-4 0 0 0 0,-4 4 0 0 0,-3 3 0 0 0,-7-1 0 0 0,-8 4 0 0 0,-2 5 0 0 0,-4 0 0 0 0,1-3 0 0 0,-1 2 0 0 0,-4 4 0 0 0,-2 3 0 0 0,2-2 0 0 0,0 1 0 0 0,-1-3 0 0 0,-2 0 0 0 0,3 3 0 0 0,0-2 0 0 0,-1 0 0 0 0,-2-2 0 0 0,-2 0 0 0 0,4 3 0 0 0,5-2 0 0 0,6 2 0 0 0,5-4 0 0 0,-2 2 0 0 0,-4 2 0 0 0,-6 3 0 0 0,-3 3 0 0 0,-5 2 0 0 0,-1 1 0 0 0,-2 1 0 0 0,-1 1 0 0 0,5-1 0 0 0,1-4 0 0 0,1-7 0 0 0,3-2 0 0 0,1 2 0 0 0,-1 3 0 0 0,-3-3 0 0 0,-2 1 0 0 0,-2 2 0 0 0,-1 2 0 0 0,-1 3 0 0 0,0 1 0 0 0,5 2 0 0 0,1 0 0 0 0,-5-5 0 0 0,-3-1 0 0 0,-1 0 0 0 0,0 1 0 0 0,1 2 0 0 0,0 1 0 0 0,1 1 0 0 0,0 1 0 0 0,6 0 0 0 0,-4-5 0 0 0,-1-2 0 0 0,4 1 0 0 0,1 2 0 0 0,0 0 0 0 0,-1 2 0 0 0,-1 1 0 0 0,4 0 0 0 0,0 1 0 0 0,0 1 0 0 0,-12 4 0 0 0,-10 7 0 0 0,-11 1 0 0 0,-13 3 0 0 0,-8 4 0 0 0,-12 9 0 0 0,-5-1 0 0 0,-2 4 0 0 0,1-2 0 0 0,1-7 0 0 0,7-3 0 0 0,3-4 0 0 0,5-5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29"/>
    </inkml:context>
    <inkml:brush xml:id="br0">
      <inkml:brushProperty name="width" value="0.1" units="cm"/>
      <inkml:brushProperty name="height" value="0.1" units="cm"/>
    </inkml:brush>
  </inkml:definitions>
  <inkml:trace contextRef="#ctx0" brushRef="#br0">23319 12289 16383 0 0,'-5'-4'0'0'0,"-7"-3"0"0"0,-1-4 0 0 0,-3-1 0 0 0,-4 2 0 0 0,-4-2 0 0 0,-2 1 0 0 0,-2-3 0 0 0,-1 1 0 0 0,0 3 0 0 0,-1 3 0 0 0,0-2 0 0 0,1 0 0 0 0,-1 2 0 0 0,1 2 0 0 0,0 2 0 0 0,5 1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30"/>
    </inkml:context>
    <inkml:brush xml:id="br0">
      <inkml:brushProperty name="width" value="0.1" units="cm"/>
      <inkml:brushProperty name="height" value="0.1" units="cm"/>
    </inkml:brush>
  </inkml:definitions>
  <inkml:trace contextRef="#ctx0" brushRef="#br0">31064 3360 16383 0 0,'-5'0'0'0'0,"-12"0"0"0"0,-12 0 0 0 0,-11 0 0 0 0,-15 0 0 0 0,-16 0 0 0 0,-41 0 0 0 0,-31 0 0 0 0,-26 5 0 0 0,-19 2 0 0 0,-11 4 0 0 0,3 5 0 0 0,10 11 0 0 0,12 4 0 0 0,7 3 0 0 0,1 5 0 0 0,15 1 0 0 0,17-6 0 0 0,18 0 0 0 0,8 5 0 0 0,8 1 0 0 0,1-2 0 0 0,3 2 0 0 0,3 0 0 0 0,-3 3 0 0 0,-4 4 0 0 0,4-1 0 0 0,5 1 0 0 0,7 3 0 0 0,3 2 0 0 0,6-7 0 0 0,5 3 0 0 0,11-1 0 0 0,-6 1 0 0 0,-1-3 0 0 0,1 1 0 0 0,-3-2 0 0 0,-10 5 0 0 0,-2 1 0 0 0,3 0 0 0 0,0 3 0 0 0,-1 6 0 0 0,-3-2 0 0 0,-3 0 0 0 0,-1 0 0 0 0,-1-1 0 0 0,4-4 0 0 0,1-1 0 0 0,10-4 0 0 0,12-6 0 0 0,10-4 0 0 0,5-4 0 0 0,-1-3 0 0 0,8-1 0 0 0,-5 4 0 0 0,-5 2 0 0 0,0 4 0 0 0,-1 1 0 0 0,2-2 0 0 0,0 8 0 0 0,-3 1 0 0 0,2 2 0 0 0,-1 2 0 0 0,3-1 0 0 0,0 4 0 0 0,-4-1 0 0 0,3-6 0 0 0,-1 1 0 0 0,2-5 0 0 0,5 2 0 0 0,3-3 0 0 0,4-4 0 0 0,7-2 0 0 0,3-8 0 0 0,0-4 0 0 0,0-1 0 0 0,-1 0 0 0 0,-3 2 0 0 0,0 6 0 0 0,4 3 0 0 0,1 0 0 0 0,-1 5 0 0 0,-1 0 0 0 0,-2 4 0 0 0,-1-6 0 0 0,-1-4 0 0 0,-1-3 0 0 0,5-1 0 0 0,1-6 0 0 0,0-2 0 0 0,-1 1 0 0 0,3 1 0 0 0,-4 1 0 0 0,-3 8 0 0 0,-2-3 0 0 0,0 4 0 0 0,-1-4 0 0 0,1-1 0 0 0,5-1 0 0 0,-3 0 0 0 0,-2 0 0 0 0,-5 0 0 0 0,3 2 0 0 0,-3 4 0 0 0,-1-3 0 0 0,2 4 0 0 0,1-4 0 0 0,1-3 0 0 0,7-1 0 0 0,1-4 0 0 0,1-2 0 0 0,0 2 0 0 0,-3-4 0 0 0,5 5 0 0 0,0-1 0 0 0,-1 0 0 0 0,-2 2 0 0 0,-2-3 0 0 0,-1-6 0 0 0,4 0 0 0 0,1 2 0 0 0,4 4 0 0 0,-5-3 0 0 0,-3 2 0 0 0,3 1 0 0 0,0 3 0 0 0,-1-3 0 0 0,-1-1 0 0 0,-1 2 0 0 0,-2 2 0 0 0,0 2 0 0 0,-1-3 0 0 0,0-2 0 0 0,0 2 0 0 0,0 1 0 0 0,-5 2 0 0 0,3 1 0 0 0,-3 1 0 0 0,4 1 0 0 0,3 0 0 0 0,-4-5 0 0 0,-7 4 0 0 0,-7 2 0 0 0,-5 5 0 0 0,-4 2 0 0 0,-3 5 0 0 0,-2 4 0 0 0,0 0 0 0 0,4 2 0 0 0,-2-2 0 0 0,-2 0 0 0 0,4-2 0 0 0,-3 6 0 0 0,3 0 0 0 0,1-4 0 0 0,0 0 0 0 0,-1-3 0 0 0,5-4 0 0 0,5-3 0 0 0,5-8 0 0 0,5-4 0 0 0,4-1 0 0 0,1-5 0 0 0,2 0 0 0 0,0-3 0 0 0,0-4 0 0 0,0 1 0 0 0,0-2 0 0 0,4 3 0 0 0,2-2 0 0 0,-6 3 0 0 0,-2 0 0 0 0,3 1 0 0 0,2 3 0 0 0,0 4 0 0 0,-1-2 0 0 0,-1-4 0 0 0,0 0 0 0 0,4 2 0 0 0,1-2 0 0 0,-1-4 0 0 0,4 1 0 0 0,0-1 0 0 0,3 2 0 0 0,0-2 0 0 0,-3-2 0 0 0,-8 1 0 0 0,1 5 0 0 0,0 3 0 0 0,-6 0 0 0 0,-2 1 0 0 0,0 1 0 0 0,0 4 0 0 0,2-4 0 0 0,5 0 0 0 0,4-4 0 0 0,-1-4 0 0 0,5 0 0 0 0,0-2 0 0 0,4-3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31"/>
    </inkml:context>
    <inkml:brush xml:id="br0">
      <inkml:brushProperty name="width" value="0.1" units="cm"/>
      <inkml:brushProperty name="height" value="0.1" units="cm"/>
    </inkml:brush>
  </inkml:definitions>
  <inkml:trace contextRef="#ctx0" brushRef="#br0">21273 8889 16383 0 0,'0'-5'0'0'0,"4"-2"0"0"0,13-4 0 0 0,7 0 0 0 0,10-4 0 0 0,4 1 0 0 0,5 3 0 0 0,-4-2 0 0 0,1-3 0 0 0,3 1 0 0 0,9-2 0 0 0,6-4 0 0 0,-2-2 0 0 0,-1-2 0 0 0,1 2 0 0 0,-5 6 0 0 0,-6 1 0 0 0,-6 3 0 0 0,-4 3 0 0 0,-9 4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32"/>
    </inkml:context>
    <inkml:brush xml:id="br0">
      <inkml:brushProperty name="width" value="0.1" units="cm"/>
      <inkml:brushProperty name="height" value="0.1" units="cm"/>
    </inkml:brush>
  </inkml:definitions>
  <inkml:trace contextRef="#ctx0" brushRef="#br0">21167 8865 16383 0 0,'0'-5'0'0'0,"0"-6"0"0"0,5-7 0 0 0,6 0 0 0 0,2-7 0 0 0,3-4 0 0 0,4-11 0 0 0,-1-10 0 0 0,-4-6 0 0 0,0-3 0 0 0,3-1 0 0 0,3-1 0 0 0,-2 6 0 0 0,-5 6 0 0 0,1 13 0 0 0,-2 6 0 0 0,-4 9 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33"/>
    </inkml:context>
    <inkml:brush xml:id="br0">
      <inkml:brushProperty name="width" value="0.1" units="cm"/>
      <inkml:brushProperty name="height" value="0.1" units="cm"/>
    </inkml:brush>
  </inkml:definitions>
  <inkml:trace contextRef="#ctx0" brushRef="#br0">29956 16922 16383 0 0,'-10'0'0'0'0,"-18"0"0"0"0,-14 0 0 0 0,-24 4 0 0 0,-17 8 0 0 0,-13 6 0 0 0,-5 4 0 0 0,-10 0 0 0 0,-21-5 0 0 0,-22-5 0 0 0,-10-4 0 0 0,-12-5 0 0 0,-14-1 0 0 0,-21-12 0 0 0,-17-19 0 0 0,-6-14 0 0 0,3-4 0 0 0,12 0 0 0 0,-3-12 0 0 0,8-10 0 0 0,11-3 0 0 0,25 5 0 0 0,17 5 0 0 0,8 3 0 0 0,14-4 0 0 0,6-1 0 0 0,12 1 0 0 0,6-3 0 0 0,3-2 0 0 0,-5 3 0 0 0,9-4 0 0 0,-3 0 0 0 0,-1-2 0 0 0,-8-4 0 0 0,8 0 0 0 0,3-1 0 0 0,10 2 0 0 0,12 4 0 0 0,16 8 0 0 0,10 6 0 0 0,6 2 0 0 0,2 1 0 0 0,-5-11 0 0 0,-2 0 0 0 0,5 7 0 0 0,-5-2 0 0 0,5 4 0 0 0,0 2 0 0 0,-4-5 0 0 0,-2-3 0 0 0,-1-1 0 0 0,-5-4 0 0 0,5 4 0 0 0,3 3 0 0 0,1 1 0 0 0,5 5 0 0 0,3 3 0 0 0,0 9 0 0 0,7 7 0 0 0,3 4 0 0 0,-3 3 0 0 0,1-5 0 0 0,-6-6 0 0 0,-11-7 0 0 0,-5-5 0 0 0,-11-4 0 0 0,-3-8 0 0 0,3-3 0 0 0,-7-11 0 0 0,-8-6 0 0 0,0-5 0 0 0,-8 3 0 0 0,2 1 0 0 0,8 9 0 0 0,9 4 0 0 0,3 7 0 0 0,9 5 0 0 0,7 3 0 0 0,8 1 0 0 0,8 4 0 0 0,7 6 0 0 0,5 6 0 0 0,-3-1 0 0 0,1-4 0 0 0,0 6 0 0 0,2 4 0 0 0,-4-2 0 0 0,-1 5 0 0 0,6 2 0 0 0,3 6 0 0 0,2 3 0 0 0,0-7 0 0 0,-5 2 0 0 0,2 0 0 0 0,2-1 0 0 0,0 4 0 0 0,5 1 0 0 0,-4-2 0 0 0,-3 3 0 0 0,5 0 0 0 0,0 4 0 0 0,0-2 0 0 0,-1 3 0 0 0,4-1 0 0 0,-5-3 0 0 0,-2-4 0 0 0,3-3 0 0 0,1 4 0 0 0,5-1 0 0 0,0 4 0 0 0,-1 0 0 0 0,-3 3 0 0 0,4-1 0 0 0,-1-2 0 0 0,-2 1 0 0 0,4-1 0 0 0,3 3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34"/>
    </inkml:context>
    <inkml:brush xml:id="br0">
      <inkml:brushProperty name="width" value="0.1" units="cm"/>
      <inkml:brushProperty name="height" value="0.1" units="cm"/>
    </inkml:brush>
  </inkml:definitions>
  <inkml:trace contextRef="#ctx0" brushRef="#br0">21008 12118 16383 0 0,'5'0'0'0'0,"16"0"0"0"0,15 0 0 0 0,11 0 0 0 0,2 0 0 0 0,3 0 0 0 0,2 0 0 0 0,-2 0 0 0 0,-2 5 0 0 0,-3 1 0 0 0,-5 1 0 0 0,0 3 0 0 0,-2 0 0 0 0,-7-2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17T23:29:59.035"/>
    </inkml:context>
    <inkml:brush xml:id="br0">
      <inkml:brushProperty name="width" value="0.1" units="cm"/>
      <inkml:brushProperty name="height" value="0.1" units="cm"/>
    </inkml:brush>
  </inkml:definitions>
  <inkml:trace contextRef="#ctx0" brushRef="#br0">20876 12171 16383 0 0,'0'5'0'0'0,"5"11"0"0"0,1 13 0 0 0,0 17 0 0 0,-1 10 0 0 0,-1 5 0 0 0,-2 2 0 0 0,-1-4 0 0 0,0-8 0 0 0,-1-7 0 0 0,0-7 0 0 0,-1-4 0 0 0,1-8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noProof="0"/>
          </a:p>
        </p:txBody>
      </p:sp>
      <p:sp>
        <p:nvSpPr>
          <p:cNvPr id="3" name="Data — symbol zastępcz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F3AEE5-2AB2-4F3D-BA24-0CCEB3A2A346}" type="datetime1">
              <a:rPr lang="pl-PL" smtClean="0"/>
              <a:pPr/>
              <a:t>08.01.2025</a:t>
            </a:fld>
            <a:endParaRPr lang="pl-PL"/>
          </a:p>
        </p:txBody>
      </p:sp>
      <p:sp>
        <p:nvSpPr>
          <p:cNvPr id="4" name="Obraz slajdu — symbol zastępcz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l-PL" noProof="0"/>
          </a:p>
        </p:txBody>
      </p:sp>
      <p:sp>
        <p:nvSpPr>
          <p:cNvPr id="5" name="Notatki — symbol zastępcz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6" name="Stopka — symbol zastępczy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noProof="0"/>
          </a:p>
        </p:txBody>
      </p:sp>
      <p:sp>
        <p:nvSpPr>
          <p:cNvPr id="7" name="Numer slajdu — symbol zastępcz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18E0B9-48E4-499D-93B2-B07D00395BAC}" type="slidenum">
              <a:rPr lang="pl-PL" noProof="0" smtClean="0"/>
              <a:t>‹#›</a:t>
            </a:fld>
            <a:endParaRPr lang="pl-PL" noProof="0"/>
          </a:p>
        </p:txBody>
      </p:sp>
    </p:spTree>
    <p:extLst>
      <p:ext uri="{BB962C8B-B14F-4D97-AF65-F5344CB8AC3E}">
        <p14:creationId xmlns:p14="http://schemas.microsoft.com/office/powerpoint/2010/main" val="3914043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8D18E0B9-48E4-499D-93B2-B07D00395BAC}" type="slidenum">
              <a:rPr lang="pl-PL" smtClean="0"/>
              <a:t>1</a:t>
            </a:fld>
            <a:endParaRPr lang="pl-PL"/>
          </a:p>
        </p:txBody>
      </p:sp>
    </p:spTree>
    <p:extLst>
      <p:ext uri="{BB962C8B-B14F-4D97-AF65-F5344CB8AC3E}">
        <p14:creationId xmlns:p14="http://schemas.microsoft.com/office/powerpoint/2010/main" val="565935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04316-2B48-519B-573F-FD9569024E41}"/>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77886E2A-958C-5212-4230-A0818E16C812}"/>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B59EDA58-45A7-FD7E-B0D5-8463FC812F88}"/>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62A8DFB0-FEDA-BECE-131C-1955BF53FDD2}"/>
              </a:ext>
            </a:extLst>
          </p:cNvPr>
          <p:cNvSpPr>
            <a:spLocks noGrp="1"/>
          </p:cNvSpPr>
          <p:nvPr>
            <p:ph type="sldNum" sz="quarter" idx="5"/>
          </p:nvPr>
        </p:nvSpPr>
        <p:spPr/>
        <p:txBody>
          <a:bodyPr/>
          <a:lstStyle/>
          <a:p>
            <a:pPr rtl="0"/>
            <a:fld id="{8D18E0B9-48E4-499D-93B2-B07D00395BAC}" type="slidenum">
              <a:rPr lang="pl-PL" smtClean="0"/>
              <a:t>2</a:t>
            </a:fld>
            <a:endParaRPr lang="pl-PL"/>
          </a:p>
        </p:txBody>
      </p:sp>
    </p:spTree>
    <p:extLst>
      <p:ext uri="{BB962C8B-B14F-4D97-AF65-F5344CB8AC3E}">
        <p14:creationId xmlns:p14="http://schemas.microsoft.com/office/powerpoint/2010/main" val="1936001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8F50C-D2D4-D3DE-2474-088743BA1D91}"/>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3054C6AD-A370-E5DB-386D-5B8C02A45A89}"/>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CABF6691-5E38-EE01-0312-B36C33C1EE62}"/>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6410904E-E3ED-0C36-9D86-BB475148869F}"/>
              </a:ext>
            </a:extLst>
          </p:cNvPr>
          <p:cNvSpPr>
            <a:spLocks noGrp="1"/>
          </p:cNvSpPr>
          <p:nvPr>
            <p:ph type="sldNum" sz="quarter" idx="5"/>
          </p:nvPr>
        </p:nvSpPr>
        <p:spPr/>
        <p:txBody>
          <a:bodyPr/>
          <a:lstStyle/>
          <a:p>
            <a:pPr rtl="0"/>
            <a:fld id="{8D18E0B9-48E4-499D-93B2-B07D00395BAC}" type="slidenum">
              <a:rPr lang="pl-PL" smtClean="0"/>
              <a:t>3</a:t>
            </a:fld>
            <a:endParaRPr lang="pl-PL"/>
          </a:p>
        </p:txBody>
      </p:sp>
    </p:spTree>
    <p:extLst>
      <p:ext uri="{BB962C8B-B14F-4D97-AF65-F5344CB8AC3E}">
        <p14:creationId xmlns:p14="http://schemas.microsoft.com/office/powerpoint/2010/main" val="1522998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34F33-6F26-523F-77B6-DCB4AAA49F1B}"/>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85D99F2F-2480-DE8E-E843-508FAD46BBEC}"/>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8F3FF93A-8AD2-76C4-FC44-4C50DC4BD5DF}"/>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D833E00A-D791-3E24-BD00-129292F2B13A}"/>
              </a:ext>
            </a:extLst>
          </p:cNvPr>
          <p:cNvSpPr>
            <a:spLocks noGrp="1"/>
          </p:cNvSpPr>
          <p:nvPr>
            <p:ph type="sldNum" sz="quarter" idx="5"/>
          </p:nvPr>
        </p:nvSpPr>
        <p:spPr/>
        <p:txBody>
          <a:bodyPr/>
          <a:lstStyle/>
          <a:p>
            <a:pPr rtl="0"/>
            <a:fld id="{8D18E0B9-48E4-499D-93B2-B07D00395BAC}" type="slidenum">
              <a:rPr lang="pl-PL" smtClean="0"/>
              <a:t>4</a:t>
            </a:fld>
            <a:endParaRPr lang="pl-PL"/>
          </a:p>
        </p:txBody>
      </p:sp>
    </p:spTree>
    <p:extLst>
      <p:ext uri="{BB962C8B-B14F-4D97-AF65-F5344CB8AC3E}">
        <p14:creationId xmlns:p14="http://schemas.microsoft.com/office/powerpoint/2010/main" val="3459403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8D18E0B9-48E4-499D-93B2-B07D00395BAC}" type="slidenum">
              <a:rPr lang="pl-PL" smtClean="0"/>
              <a:t>5</a:t>
            </a:fld>
            <a:endParaRPr lang="pl-PL"/>
          </a:p>
        </p:txBody>
      </p:sp>
    </p:spTree>
    <p:extLst>
      <p:ext uri="{BB962C8B-B14F-4D97-AF65-F5344CB8AC3E}">
        <p14:creationId xmlns:p14="http://schemas.microsoft.com/office/powerpoint/2010/main" val="996556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7EA90-60DA-20C7-63EA-AC0709DBDF69}"/>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BA9CECDC-1A7E-D338-8FC7-22B7546DD2E1}"/>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4860FE76-2518-0860-FE89-91EE5DD5482F}"/>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8B46771E-50ED-3240-F24B-CCE2BF49E60D}"/>
              </a:ext>
            </a:extLst>
          </p:cNvPr>
          <p:cNvSpPr>
            <a:spLocks noGrp="1"/>
          </p:cNvSpPr>
          <p:nvPr>
            <p:ph type="sldNum" sz="quarter" idx="5"/>
          </p:nvPr>
        </p:nvSpPr>
        <p:spPr/>
        <p:txBody>
          <a:bodyPr/>
          <a:lstStyle/>
          <a:p>
            <a:pPr rtl="0"/>
            <a:fld id="{8D18E0B9-48E4-499D-93B2-B07D00395BAC}" type="slidenum">
              <a:rPr lang="pl-PL" smtClean="0"/>
              <a:t>6</a:t>
            </a:fld>
            <a:endParaRPr lang="pl-PL"/>
          </a:p>
        </p:txBody>
      </p:sp>
    </p:spTree>
    <p:extLst>
      <p:ext uri="{BB962C8B-B14F-4D97-AF65-F5344CB8AC3E}">
        <p14:creationId xmlns:p14="http://schemas.microsoft.com/office/powerpoint/2010/main" val="2796537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32EF9-689A-0C3F-98F2-9A67BD79F9FA}"/>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CE9F0F28-92A2-CF9D-F804-3FD0EC150907}"/>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3AA52A6C-6DC4-AC9C-1119-EBDF00E2D2FF}"/>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19B8804D-9AB3-BBCE-9391-53D5A123E1EA}"/>
              </a:ext>
            </a:extLst>
          </p:cNvPr>
          <p:cNvSpPr>
            <a:spLocks noGrp="1"/>
          </p:cNvSpPr>
          <p:nvPr>
            <p:ph type="sldNum" sz="quarter" idx="5"/>
          </p:nvPr>
        </p:nvSpPr>
        <p:spPr/>
        <p:txBody>
          <a:bodyPr/>
          <a:lstStyle/>
          <a:p>
            <a:pPr rtl="0"/>
            <a:fld id="{8D18E0B9-48E4-499D-93B2-B07D00395BAC}" type="slidenum">
              <a:rPr lang="pl-PL" smtClean="0"/>
              <a:t>11</a:t>
            </a:fld>
            <a:endParaRPr lang="pl-PL"/>
          </a:p>
        </p:txBody>
      </p:sp>
    </p:spTree>
    <p:extLst>
      <p:ext uri="{BB962C8B-B14F-4D97-AF65-F5344CB8AC3E}">
        <p14:creationId xmlns:p14="http://schemas.microsoft.com/office/powerpoint/2010/main" val="559458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BF0F5-CE1B-6426-6C76-5058F78974EF}"/>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F9682E19-17E8-71F7-DC86-0A26E2F8EC3C}"/>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CA0AA120-9827-37ED-05E6-69E813BD26F3}"/>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0D689DD8-E3F6-8B4F-07EF-3C950C938040}"/>
              </a:ext>
            </a:extLst>
          </p:cNvPr>
          <p:cNvSpPr>
            <a:spLocks noGrp="1"/>
          </p:cNvSpPr>
          <p:nvPr>
            <p:ph type="sldNum" sz="quarter" idx="5"/>
          </p:nvPr>
        </p:nvSpPr>
        <p:spPr/>
        <p:txBody>
          <a:bodyPr/>
          <a:lstStyle/>
          <a:p>
            <a:pPr rtl="0"/>
            <a:fld id="{8D18E0B9-48E4-499D-93B2-B07D00395BAC}" type="slidenum">
              <a:rPr lang="pl-PL" smtClean="0"/>
              <a:t>12</a:t>
            </a:fld>
            <a:endParaRPr lang="pl-PL"/>
          </a:p>
        </p:txBody>
      </p:sp>
    </p:spTree>
    <p:extLst>
      <p:ext uri="{BB962C8B-B14F-4D97-AF65-F5344CB8AC3E}">
        <p14:creationId xmlns:p14="http://schemas.microsoft.com/office/powerpoint/2010/main" val="2021028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8D18E0B9-48E4-499D-93B2-B07D00395BAC}" type="slidenum">
              <a:rPr lang="pl-PL" smtClean="0"/>
              <a:t>14</a:t>
            </a:fld>
            <a:endParaRPr lang="pl-PL"/>
          </a:p>
        </p:txBody>
      </p:sp>
    </p:spTree>
    <p:extLst>
      <p:ext uri="{BB962C8B-B14F-4D97-AF65-F5344CB8AC3E}">
        <p14:creationId xmlns:p14="http://schemas.microsoft.com/office/powerpoint/2010/main" val="2657271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8D18E0B9-48E4-499D-93B2-B07D00395BAC}" type="slidenum">
              <a:rPr lang="pl-PL" smtClean="0"/>
              <a:t>15</a:t>
            </a:fld>
            <a:endParaRPr lang="pl-PL"/>
          </a:p>
        </p:txBody>
      </p:sp>
    </p:spTree>
    <p:extLst>
      <p:ext uri="{BB962C8B-B14F-4D97-AF65-F5344CB8AC3E}">
        <p14:creationId xmlns:p14="http://schemas.microsoft.com/office/powerpoint/2010/main" val="2091037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ajd tytułowy">
    <p:spTree>
      <p:nvGrpSpPr>
        <p:cNvPr id="1" name=""/>
        <p:cNvGrpSpPr/>
        <p:nvPr/>
      </p:nvGrpSpPr>
      <p:grpSpPr>
        <a:xfrm>
          <a:off x="0" y="0"/>
          <a:ext cx="0" cy="0"/>
          <a:chOff x="0" y="0"/>
          <a:chExt cx="0" cy="0"/>
        </a:xfrm>
      </p:grpSpPr>
      <p:sp>
        <p:nvSpPr>
          <p:cNvPr id="8" name="Obraz — symbol zastępczy 7">
            <a:extLst>
              <a:ext uri="{FF2B5EF4-FFF2-40B4-BE49-F238E27FC236}">
                <a16:creationId xmlns:a16="http://schemas.microsoft.com/office/drawing/2014/main" id="{AD3492AC-2023-4442-AF40-53B11C2EF8B5}"/>
              </a:ext>
            </a:extLst>
          </p:cNvPr>
          <p:cNvSpPr>
            <a:spLocks noGrp="1"/>
          </p:cNvSpPr>
          <p:nvPr>
            <p:ph type="pic" sz="quarter" idx="13"/>
          </p:nvPr>
        </p:nvSpPr>
        <p:spPr>
          <a:xfrm>
            <a:off x="458724" y="457200"/>
            <a:ext cx="11274552" cy="5943600"/>
          </a:xfrm>
          <a:solidFill>
            <a:schemeClr val="accent6"/>
          </a:solidFill>
        </p:spPr>
        <p:txBody>
          <a:bodyPr rtlCol="0"/>
          <a:lstStyle/>
          <a:p>
            <a:pPr rtl="0"/>
            <a:r>
              <a:rPr lang="pl-PL" noProof="0"/>
              <a:t>Kliknij ikonę, aby dodać obraz</a:t>
            </a:r>
          </a:p>
        </p:txBody>
      </p:sp>
      <p:sp>
        <p:nvSpPr>
          <p:cNvPr id="2" name="Tytuł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145966" y="1008063"/>
            <a:ext cx="5120640" cy="2054388"/>
          </a:xfrm>
        </p:spPr>
        <p:txBody>
          <a:bodyPr rtlCol="0" anchor="b">
            <a:normAutofit/>
          </a:bodyPr>
          <a:lstStyle>
            <a:lvl1pPr algn="r">
              <a:defRPr sz="5400">
                <a:solidFill>
                  <a:schemeClr val="tx1">
                    <a:lumMod val="65000"/>
                    <a:lumOff val="35000"/>
                  </a:schemeClr>
                </a:solidFill>
              </a:defRPr>
            </a:lvl1pPr>
          </a:lstStyle>
          <a:p>
            <a:pPr rtl="0"/>
            <a:r>
              <a:rPr lang="pl-PL" noProof="0"/>
              <a:t>Kliknij, aby edytować styl wzorca tytułu</a:t>
            </a:r>
          </a:p>
        </p:txBody>
      </p:sp>
      <p:sp>
        <p:nvSpPr>
          <p:cNvPr id="3" name="Podtytuł 2">
            <a:extLst>
              <a:ext uri="{FF2B5EF4-FFF2-40B4-BE49-F238E27FC236}">
                <a16:creationId xmlns:a16="http://schemas.microsoft.com/office/drawing/2014/main" id="{43D32955-BB06-40DE-A14A-2170FD41AD52}"/>
              </a:ext>
            </a:extLst>
          </p:cNvPr>
          <p:cNvSpPr>
            <a:spLocks noGrp="1"/>
          </p:cNvSpPr>
          <p:nvPr>
            <p:ph type="subTitle" idx="1"/>
          </p:nvPr>
        </p:nvSpPr>
        <p:spPr>
          <a:xfrm>
            <a:off x="8098970" y="3105163"/>
            <a:ext cx="3167636" cy="647673"/>
          </a:xfrm>
        </p:spPr>
        <p:txBody>
          <a:bodyPr rtlCol="0">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l-PL" noProof="0"/>
              <a:t>Kliknij, aby edytować styl wzorca podtytułu</a:t>
            </a:r>
          </a:p>
        </p:txBody>
      </p:sp>
      <p:sp>
        <p:nvSpPr>
          <p:cNvPr id="4" name="Data — symbol zastępczy 3">
            <a:extLst>
              <a:ext uri="{FF2B5EF4-FFF2-40B4-BE49-F238E27FC236}">
                <a16:creationId xmlns:a16="http://schemas.microsoft.com/office/drawing/2014/main" id="{74D64503-659B-472D-ABF8-01D077EB0D83}"/>
              </a:ext>
            </a:extLst>
          </p:cNvPr>
          <p:cNvSpPr>
            <a:spLocks noGrp="1"/>
          </p:cNvSpPr>
          <p:nvPr>
            <p:ph type="dt" sz="half" idx="10"/>
          </p:nvPr>
        </p:nvSpPr>
        <p:spPr/>
        <p:txBody>
          <a:bodyPr rtlCol="0"/>
          <a:lstStyle/>
          <a:p>
            <a:pPr rtl="0"/>
            <a:r>
              <a:rPr lang="pl-PL" noProof="0"/>
              <a:t>20XX</a:t>
            </a:r>
          </a:p>
        </p:txBody>
      </p:sp>
      <p:sp>
        <p:nvSpPr>
          <p:cNvPr id="5" name="Stopka — symbol zastępczy 4">
            <a:extLst>
              <a:ext uri="{FF2B5EF4-FFF2-40B4-BE49-F238E27FC236}">
                <a16:creationId xmlns:a16="http://schemas.microsoft.com/office/drawing/2014/main" id="{FE209C12-0CED-4CD5-B463-885A793CC25E}"/>
              </a:ext>
            </a:extLst>
          </p:cNvPr>
          <p:cNvSpPr>
            <a:spLocks noGrp="1"/>
          </p:cNvSpPr>
          <p:nvPr>
            <p:ph type="ftr" sz="quarter" idx="11"/>
          </p:nvPr>
        </p:nvSpPr>
        <p:spPr/>
        <p:txBody>
          <a:bodyPr rtlCol="0"/>
          <a:lstStyle/>
          <a:p>
            <a:pPr rtl="0"/>
            <a:r>
              <a:rPr lang="pl-PL" noProof="0"/>
              <a:t>Tytuł prezentacji</a:t>
            </a:r>
          </a:p>
        </p:txBody>
      </p:sp>
      <p:sp>
        <p:nvSpPr>
          <p:cNvPr id="6" name="Numer slajdu — symbol zastępczy 5">
            <a:extLst>
              <a:ext uri="{FF2B5EF4-FFF2-40B4-BE49-F238E27FC236}">
                <a16:creationId xmlns:a16="http://schemas.microsoft.com/office/drawing/2014/main" id="{1A8F03DA-3AA9-44AC-8E2B-D53B8EBEA402}"/>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 nas">
    <p:spTree>
      <p:nvGrpSpPr>
        <p:cNvPr id="1" name=""/>
        <p:cNvGrpSpPr/>
        <p:nvPr/>
      </p:nvGrpSpPr>
      <p:grpSpPr>
        <a:xfrm>
          <a:off x="0" y="0"/>
          <a:ext cx="0" cy="0"/>
          <a:chOff x="0" y="0"/>
          <a:chExt cx="0" cy="0"/>
        </a:xfrm>
      </p:grpSpPr>
      <p:sp>
        <p:nvSpPr>
          <p:cNvPr id="6" name="Prostokąt 5">
            <a:extLst>
              <a:ext uri="{FF2B5EF4-FFF2-40B4-BE49-F238E27FC236}">
                <a16:creationId xmlns:a16="http://schemas.microsoft.com/office/drawing/2014/main" id="{6C593254-CE4F-4114-A997-06CBC039F22F}"/>
              </a:ext>
              <a:ext uri="{C183D7F6-B498-43B3-948B-1728B52AA6E4}">
                <adec:decorative xmlns:adec="http://schemas.microsoft.com/office/drawing/2017/decorative" val="1"/>
              </a:ext>
            </a:extLst>
          </p:cNvPr>
          <p:cNvSpPr/>
          <p:nvPr userDrawn="1"/>
        </p:nvSpPr>
        <p:spPr>
          <a:xfrm>
            <a:off x="0" y="0"/>
            <a:ext cx="3051110" cy="68580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p>
        </p:txBody>
      </p:sp>
      <p:sp>
        <p:nvSpPr>
          <p:cNvPr id="2" name="Tytuł 1">
            <a:extLst>
              <a:ext uri="{FF2B5EF4-FFF2-40B4-BE49-F238E27FC236}">
                <a16:creationId xmlns:a16="http://schemas.microsoft.com/office/drawing/2014/main" id="{A1F8C642-49FB-4E16-A3A0-B2ACBEABFFD6}"/>
              </a:ext>
            </a:extLst>
          </p:cNvPr>
          <p:cNvSpPr>
            <a:spLocks noGrp="1"/>
          </p:cNvSpPr>
          <p:nvPr>
            <p:ph type="title" hasCustomPrompt="1"/>
          </p:nvPr>
        </p:nvSpPr>
        <p:spPr>
          <a:xfrm>
            <a:off x="3581400" y="365125"/>
            <a:ext cx="7287768" cy="1325563"/>
          </a:xfrm>
        </p:spPr>
        <p:txBody>
          <a:bodyPr rtlCol="0"/>
          <a:lstStyle>
            <a:lvl1pPr algn="l">
              <a:defRPr>
                <a:solidFill>
                  <a:schemeClr val="tx1">
                    <a:lumMod val="50000"/>
                    <a:lumOff val="50000"/>
                  </a:schemeClr>
                </a:solidFill>
              </a:defRPr>
            </a:lvl1pPr>
          </a:lstStyle>
          <a:p>
            <a:pPr rtl="0"/>
            <a:r>
              <a:rPr lang="pl-PL" noProof="0"/>
              <a:t>Kliknij, aby edytować styl wzorca tytułu</a:t>
            </a:r>
          </a:p>
        </p:txBody>
      </p:sp>
      <p:sp>
        <p:nvSpPr>
          <p:cNvPr id="7" name="Obraz — symbol zastępczy 6">
            <a:extLst>
              <a:ext uri="{FF2B5EF4-FFF2-40B4-BE49-F238E27FC236}">
                <a16:creationId xmlns:a16="http://schemas.microsoft.com/office/drawing/2014/main" id="{5E7DBF41-B4A1-4B29-B32C-DDF5058C1239}"/>
              </a:ext>
            </a:extLst>
          </p:cNvPr>
          <p:cNvSpPr>
            <a:spLocks noGrp="1"/>
          </p:cNvSpPr>
          <p:nvPr>
            <p:ph type="pic" sz="quarter" idx="13"/>
          </p:nvPr>
        </p:nvSpPr>
        <p:spPr>
          <a:xfrm>
            <a:off x="1524000" y="1941230"/>
            <a:ext cx="9144000" cy="2286000"/>
          </a:xfrm>
          <a:solidFill>
            <a:schemeClr val="accent6"/>
          </a:solidFill>
        </p:spPr>
        <p:txBody>
          <a:bodyPr rtlCol="0"/>
          <a:lstStyle/>
          <a:p>
            <a:pPr rtl="0"/>
            <a:r>
              <a:rPr lang="pl-PL" noProof="0"/>
              <a:t>Kliknij ikonę, aby dodać obraz</a:t>
            </a:r>
          </a:p>
        </p:txBody>
      </p:sp>
      <p:sp>
        <p:nvSpPr>
          <p:cNvPr id="9" name="Tekst — symbol zastępczy 8">
            <a:extLst>
              <a:ext uri="{FF2B5EF4-FFF2-40B4-BE49-F238E27FC236}">
                <a16:creationId xmlns:a16="http://schemas.microsoft.com/office/drawing/2014/main" id="{E442D9A9-D2E2-42FD-945D-1EF6DC43511C}"/>
              </a:ext>
            </a:extLst>
          </p:cNvPr>
          <p:cNvSpPr>
            <a:spLocks noGrp="1"/>
          </p:cNvSpPr>
          <p:nvPr>
            <p:ph type="body" sz="quarter" idx="14" hasCustomPrompt="1"/>
          </p:nvPr>
        </p:nvSpPr>
        <p:spPr>
          <a:xfrm>
            <a:off x="3584448" y="4407408"/>
            <a:ext cx="7287768" cy="1371600"/>
          </a:xfrm>
        </p:spPr>
        <p:txBody>
          <a:bodyPr rtlCol="0">
            <a:noAutofit/>
          </a:bodyPr>
          <a:lstStyle>
            <a:lvl1pPr marL="0" indent="0" algn="l">
              <a:lnSpc>
                <a:spcPct val="150000"/>
              </a:lnSpc>
              <a:spcBef>
                <a:spcPts val="0"/>
              </a:spcBef>
              <a:buNone/>
              <a:defRPr sz="1600">
                <a:solidFill>
                  <a:schemeClr val="tx1">
                    <a:lumMod val="65000"/>
                    <a:lumOff val="35000"/>
                  </a:schemeClr>
                </a:solidFill>
              </a:defRPr>
            </a:lvl1pPr>
            <a:lvl2pPr marL="457200" indent="0" algn="ctr">
              <a:lnSpc>
                <a:spcPts val="2200"/>
              </a:lnSpc>
              <a:spcBef>
                <a:spcPts val="0"/>
              </a:spcBef>
              <a:buNone/>
              <a:defRPr sz="1600">
                <a:solidFill>
                  <a:schemeClr val="tx1">
                    <a:lumMod val="65000"/>
                    <a:lumOff val="35000"/>
                  </a:schemeClr>
                </a:solidFill>
              </a:defRPr>
            </a:lvl2pPr>
            <a:lvl3pPr marL="914400" indent="0" algn="ctr">
              <a:lnSpc>
                <a:spcPts val="2200"/>
              </a:lnSpc>
              <a:spcBef>
                <a:spcPts val="0"/>
              </a:spcBef>
              <a:buNone/>
              <a:defRPr sz="1600">
                <a:solidFill>
                  <a:schemeClr val="tx1">
                    <a:lumMod val="65000"/>
                    <a:lumOff val="35000"/>
                  </a:schemeClr>
                </a:solidFill>
              </a:defRPr>
            </a:lvl3pPr>
            <a:lvl4pPr marL="1371600" indent="0" algn="ctr">
              <a:lnSpc>
                <a:spcPts val="2200"/>
              </a:lnSpc>
              <a:spcBef>
                <a:spcPts val="0"/>
              </a:spcBef>
              <a:buNone/>
              <a:defRPr sz="1600">
                <a:solidFill>
                  <a:schemeClr val="tx1">
                    <a:lumMod val="65000"/>
                    <a:lumOff val="35000"/>
                  </a:schemeClr>
                </a:solidFill>
              </a:defRPr>
            </a:lvl4pPr>
            <a:lvl5pPr marL="1828800" indent="0" algn="ctr">
              <a:lnSpc>
                <a:spcPts val="2200"/>
              </a:lnSpc>
              <a:spcBef>
                <a:spcPts val="0"/>
              </a:spcBef>
              <a:buNone/>
              <a:defRPr sz="1600">
                <a:solidFill>
                  <a:schemeClr val="tx1">
                    <a:lumMod val="65000"/>
                    <a:lumOff val="35000"/>
                  </a:schemeClr>
                </a:solidFill>
              </a:defRPr>
            </a:lvl5pPr>
          </a:lstStyle>
          <a:p>
            <a:pPr lvl="0" rtl="0"/>
            <a:r>
              <a:rPr lang="pl-PL" noProof="0"/>
              <a:t>Kliknij, aby edytować style wzorców tekstu</a:t>
            </a:r>
          </a:p>
        </p:txBody>
      </p:sp>
      <p:sp>
        <p:nvSpPr>
          <p:cNvPr id="3" name="Data — symbol zastępczy 2">
            <a:extLst>
              <a:ext uri="{FF2B5EF4-FFF2-40B4-BE49-F238E27FC236}">
                <a16:creationId xmlns:a16="http://schemas.microsoft.com/office/drawing/2014/main" id="{9CAF00A3-1058-4FA9-A985-03711701054C}"/>
              </a:ext>
            </a:extLst>
          </p:cNvPr>
          <p:cNvSpPr>
            <a:spLocks noGrp="1"/>
          </p:cNvSpPr>
          <p:nvPr>
            <p:ph type="dt" sz="half" idx="10"/>
          </p:nvPr>
        </p:nvSpPr>
        <p:spPr/>
        <p:txBody>
          <a:bodyPr rtlCol="0"/>
          <a:lstStyle/>
          <a:p>
            <a:pPr rtl="0"/>
            <a:r>
              <a:rPr lang="pl-PL" noProof="0"/>
              <a:t>20XX</a:t>
            </a:r>
          </a:p>
        </p:txBody>
      </p:sp>
      <p:sp>
        <p:nvSpPr>
          <p:cNvPr id="4" name="Stopka — symbol zastępczy 3">
            <a:extLst>
              <a:ext uri="{FF2B5EF4-FFF2-40B4-BE49-F238E27FC236}">
                <a16:creationId xmlns:a16="http://schemas.microsoft.com/office/drawing/2014/main" id="{A00F60BE-20E1-40C5-85E7-AEAABD0C0DE6}"/>
              </a:ext>
            </a:extLst>
          </p:cNvPr>
          <p:cNvSpPr>
            <a:spLocks noGrp="1"/>
          </p:cNvSpPr>
          <p:nvPr>
            <p:ph type="ftr" sz="quarter" idx="11"/>
          </p:nvPr>
        </p:nvSpPr>
        <p:spPr/>
        <p:txBody>
          <a:bodyPr rtlCol="0"/>
          <a:lstStyle/>
          <a:p>
            <a:pPr rtl="0"/>
            <a:r>
              <a:rPr lang="pl-PL" noProof="0"/>
              <a:t>Tytuł prezentacji</a:t>
            </a:r>
          </a:p>
        </p:txBody>
      </p:sp>
      <p:sp>
        <p:nvSpPr>
          <p:cNvPr id="5" name="Numer slajdu — symbol zastępczy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1539067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E9E034D-C1DD-48C0-BB6B-FDC6F8EBA558}"/>
              </a:ext>
            </a:extLst>
          </p:cNvPr>
          <p:cNvSpPr>
            <a:spLocks noGrp="1"/>
          </p:cNvSpPr>
          <p:nvPr>
            <p:ph type="title" hasCustomPrompt="1"/>
          </p:nvPr>
        </p:nvSpPr>
        <p:spPr>
          <a:xfrm>
            <a:off x="1518686" y="365125"/>
            <a:ext cx="9986601" cy="1325563"/>
          </a:xfrm>
        </p:spPr>
        <p:txBody>
          <a:bodyPr rtlCol="0"/>
          <a:lstStyle>
            <a:lvl1pPr algn="l">
              <a:defRPr/>
            </a:lvl1pPr>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D77FFB71-D3BF-4723-8C5E-44AD8F0E924D}"/>
              </a:ext>
            </a:extLst>
          </p:cNvPr>
          <p:cNvSpPr>
            <a:spLocks noGrp="1"/>
          </p:cNvSpPr>
          <p:nvPr>
            <p:ph type="body" idx="1" hasCustomPrompt="1"/>
          </p:nvPr>
        </p:nvSpPr>
        <p:spPr>
          <a:xfrm>
            <a:off x="1508692" y="1912336"/>
            <a:ext cx="4114800" cy="457200"/>
          </a:xfrm>
        </p:spPr>
        <p:txBody>
          <a:bodyPr rtlCol="0" anchor="b">
            <a:norm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5" name="Tekst — symbol zastępczy 4">
            <a:extLst>
              <a:ext uri="{FF2B5EF4-FFF2-40B4-BE49-F238E27FC236}">
                <a16:creationId xmlns:a16="http://schemas.microsoft.com/office/drawing/2014/main" id="{1714E40B-C52C-407A-9311-46FDCD84CB5A}"/>
              </a:ext>
            </a:extLst>
          </p:cNvPr>
          <p:cNvSpPr>
            <a:spLocks noGrp="1"/>
          </p:cNvSpPr>
          <p:nvPr>
            <p:ph type="body" sz="quarter" idx="3" hasCustomPrompt="1"/>
          </p:nvPr>
        </p:nvSpPr>
        <p:spPr>
          <a:xfrm>
            <a:off x="6573892" y="1874838"/>
            <a:ext cx="4114800" cy="457200"/>
          </a:xfrm>
        </p:spPr>
        <p:txBody>
          <a:bodyPr rtlCol="0" anchor="b">
            <a:norm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13" name="Tekst — symbol zastępczy 12">
            <a:extLst>
              <a:ext uri="{FF2B5EF4-FFF2-40B4-BE49-F238E27FC236}">
                <a16:creationId xmlns:a16="http://schemas.microsoft.com/office/drawing/2014/main" id="{E725FCE9-B62D-4B16-807B-9D0D63E93B56}"/>
              </a:ext>
            </a:extLst>
          </p:cNvPr>
          <p:cNvSpPr>
            <a:spLocks noGrp="1"/>
          </p:cNvSpPr>
          <p:nvPr>
            <p:ph type="body" sz="quarter" idx="14" hasCustomPrompt="1"/>
          </p:nvPr>
        </p:nvSpPr>
        <p:spPr>
          <a:xfrm>
            <a:off x="1508692" y="2388253"/>
            <a:ext cx="4114800" cy="914400"/>
          </a:xfrm>
        </p:spPr>
        <p:txBody>
          <a:bodyPr rtlCol="0">
            <a:noAutofit/>
          </a:bodyPr>
          <a:lstStyle>
            <a:lvl1pPr marL="0" indent="0">
              <a:lnSpc>
                <a:spcPts val="2600"/>
              </a:lnSpc>
              <a:buNone/>
              <a:defRPr sz="1600"/>
            </a:lvl1pPr>
            <a:lvl2pPr marL="457200" indent="0">
              <a:lnSpc>
                <a:spcPts val="2600"/>
              </a:lnSpc>
              <a:buNone/>
              <a:defRPr sz="1600"/>
            </a:lvl2pPr>
            <a:lvl3pPr marL="914400" indent="0">
              <a:lnSpc>
                <a:spcPts val="2600"/>
              </a:lnSpc>
              <a:buNone/>
              <a:defRPr sz="1600"/>
            </a:lvl3pPr>
            <a:lvl4pPr marL="1371600" indent="0">
              <a:lnSpc>
                <a:spcPts val="2600"/>
              </a:lnSpc>
              <a:buNone/>
              <a:defRPr sz="1600"/>
            </a:lvl4pPr>
            <a:lvl5pPr marL="1828800" indent="0">
              <a:lnSpc>
                <a:spcPts val="2600"/>
              </a:lnSpc>
              <a:buNone/>
              <a:defRPr sz="1600"/>
            </a:lvl5pPr>
          </a:lstStyle>
          <a:p>
            <a:pPr lvl="0" rtl="0"/>
            <a:r>
              <a:rPr lang="pl-PL" noProof="0"/>
              <a:t>Kliknij, aby edytować style wzorców tekstu</a:t>
            </a:r>
          </a:p>
        </p:txBody>
      </p:sp>
      <p:sp>
        <p:nvSpPr>
          <p:cNvPr id="14" name="Tekst — symbol zastępczy 12">
            <a:extLst>
              <a:ext uri="{FF2B5EF4-FFF2-40B4-BE49-F238E27FC236}">
                <a16:creationId xmlns:a16="http://schemas.microsoft.com/office/drawing/2014/main" id="{BA57DF8C-FA7C-490B-98CE-CDE7957EE729}"/>
              </a:ext>
            </a:extLst>
          </p:cNvPr>
          <p:cNvSpPr>
            <a:spLocks noGrp="1"/>
          </p:cNvSpPr>
          <p:nvPr>
            <p:ph type="body" sz="quarter" idx="15" hasCustomPrompt="1"/>
          </p:nvPr>
        </p:nvSpPr>
        <p:spPr>
          <a:xfrm>
            <a:off x="6573892" y="2337741"/>
            <a:ext cx="4114800" cy="914400"/>
          </a:xfrm>
        </p:spPr>
        <p:txBody>
          <a:bodyPr rtlCol="0">
            <a:noAutofit/>
          </a:bodyPr>
          <a:lstStyle>
            <a:lvl1pPr marL="0" indent="0">
              <a:lnSpc>
                <a:spcPts val="2600"/>
              </a:lnSpc>
              <a:buNone/>
              <a:defRPr sz="1600"/>
            </a:lvl1pPr>
            <a:lvl2pPr marL="457200" indent="0">
              <a:lnSpc>
                <a:spcPts val="2600"/>
              </a:lnSpc>
              <a:buNone/>
              <a:defRPr sz="1600"/>
            </a:lvl2pPr>
            <a:lvl3pPr marL="914400" indent="0">
              <a:lnSpc>
                <a:spcPts val="2600"/>
              </a:lnSpc>
              <a:buNone/>
              <a:defRPr sz="1600"/>
            </a:lvl3pPr>
            <a:lvl4pPr marL="1371600" indent="0">
              <a:lnSpc>
                <a:spcPts val="2600"/>
              </a:lnSpc>
              <a:buNone/>
              <a:defRPr sz="1600"/>
            </a:lvl4pPr>
            <a:lvl5pPr marL="1828800" indent="0">
              <a:lnSpc>
                <a:spcPts val="2600"/>
              </a:lnSpc>
              <a:buNone/>
              <a:defRPr sz="1600"/>
            </a:lvl5pPr>
          </a:lstStyle>
          <a:p>
            <a:pPr lvl="0" rtl="0"/>
            <a:r>
              <a:rPr lang="pl-PL" noProof="0"/>
              <a:t>Kliknij, aby edytować style wzorców tekstu</a:t>
            </a:r>
          </a:p>
        </p:txBody>
      </p:sp>
      <p:sp>
        <p:nvSpPr>
          <p:cNvPr id="19" name="Tekst — symbol zastępczy 2">
            <a:extLst>
              <a:ext uri="{FF2B5EF4-FFF2-40B4-BE49-F238E27FC236}">
                <a16:creationId xmlns:a16="http://schemas.microsoft.com/office/drawing/2014/main" id="{FF039F13-B78B-4A7E-AB1D-94C070BAE974}"/>
              </a:ext>
            </a:extLst>
          </p:cNvPr>
          <p:cNvSpPr>
            <a:spLocks noGrp="1"/>
          </p:cNvSpPr>
          <p:nvPr>
            <p:ph type="body" idx="16" hasCustomPrompt="1"/>
          </p:nvPr>
        </p:nvSpPr>
        <p:spPr>
          <a:xfrm>
            <a:off x="1518687" y="3608720"/>
            <a:ext cx="4114800" cy="457200"/>
          </a:xfrm>
        </p:spPr>
        <p:txBody>
          <a:bodyPr rtlCol="0" anchor="b">
            <a:norm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20" name="Tekst — symbol zastępczy 4">
            <a:extLst>
              <a:ext uri="{FF2B5EF4-FFF2-40B4-BE49-F238E27FC236}">
                <a16:creationId xmlns:a16="http://schemas.microsoft.com/office/drawing/2014/main" id="{525F4B91-27EE-47AC-BBD0-A66FE53A04FF}"/>
              </a:ext>
            </a:extLst>
          </p:cNvPr>
          <p:cNvSpPr>
            <a:spLocks noGrp="1"/>
          </p:cNvSpPr>
          <p:nvPr>
            <p:ph type="body" sz="quarter" idx="17" hasCustomPrompt="1"/>
          </p:nvPr>
        </p:nvSpPr>
        <p:spPr>
          <a:xfrm>
            <a:off x="6583887" y="3571222"/>
            <a:ext cx="4114800" cy="457200"/>
          </a:xfrm>
        </p:spPr>
        <p:txBody>
          <a:bodyPr rtlCol="0" anchor="b">
            <a:norm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21" name="Tekst — symbol zastępczy 12">
            <a:extLst>
              <a:ext uri="{FF2B5EF4-FFF2-40B4-BE49-F238E27FC236}">
                <a16:creationId xmlns:a16="http://schemas.microsoft.com/office/drawing/2014/main" id="{1F0A1756-3486-46A9-9DD3-7BFA5FF75731}"/>
              </a:ext>
            </a:extLst>
          </p:cNvPr>
          <p:cNvSpPr>
            <a:spLocks noGrp="1"/>
          </p:cNvSpPr>
          <p:nvPr>
            <p:ph type="body" sz="quarter" idx="18" hasCustomPrompt="1"/>
          </p:nvPr>
        </p:nvSpPr>
        <p:spPr>
          <a:xfrm>
            <a:off x="1518687" y="4084637"/>
            <a:ext cx="4114800" cy="914400"/>
          </a:xfrm>
        </p:spPr>
        <p:txBody>
          <a:bodyPr rtlCol="0">
            <a:noAutofit/>
          </a:bodyPr>
          <a:lstStyle>
            <a:lvl1pPr marL="0" indent="0">
              <a:lnSpc>
                <a:spcPts val="2600"/>
              </a:lnSpc>
              <a:buNone/>
              <a:defRPr sz="1600"/>
            </a:lvl1pPr>
            <a:lvl2pPr marL="457200" indent="0">
              <a:lnSpc>
                <a:spcPts val="2600"/>
              </a:lnSpc>
              <a:buNone/>
              <a:defRPr sz="1600"/>
            </a:lvl2pPr>
            <a:lvl3pPr marL="914400" indent="0">
              <a:lnSpc>
                <a:spcPts val="2600"/>
              </a:lnSpc>
              <a:buNone/>
              <a:defRPr sz="1600"/>
            </a:lvl3pPr>
            <a:lvl4pPr marL="1371600" indent="0">
              <a:lnSpc>
                <a:spcPts val="2600"/>
              </a:lnSpc>
              <a:buNone/>
              <a:defRPr sz="1600"/>
            </a:lvl4pPr>
            <a:lvl5pPr marL="1828800" indent="0">
              <a:lnSpc>
                <a:spcPts val="2600"/>
              </a:lnSpc>
              <a:buNone/>
              <a:defRPr sz="1600"/>
            </a:lvl5pPr>
          </a:lstStyle>
          <a:p>
            <a:pPr lvl="0" rtl="0"/>
            <a:r>
              <a:rPr lang="pl-PL" noProof="0"/>
              <a:t>Kliknij, aby edytować style wzorców tekstu</a:t>
            </a:r>
          </a:p>
        </p:txBody>
      </p:sp>
      <p:sp>
        <p:nvSpPr>
          <p:cNvPr id="22" name="Tekst — symbol zastępczy 12">
            <a:extLst>
              <a:ext uri="{FF2B5EF4-FFF2-40B4-BE49-F238E27FC236}">
                <a16:creationId xmlns:a16="http://schemas.microsoft.com/office/drawing/2014/main" id="{F50C0C1C-5BD4-4F62-8AB2-50B1FE4A7DAE}"/>
              </a:ext>
            </a:extLst>
          </p:cNvPr>
          <p:cNvSpPr>
            <a:spLocks noGrp="1"/>
          </p:cNvSpPr>
          <p:nvPr>
            <p:ph type="body" sz="quarter" idx="19" hasCustomPrompt="1"/>
          </p:nvPr>
        </p:nvSpPr>
        <p:spPr>
          <a:xfrm>
            <a:off x="6583887" y="4034125"/>
            <a:ext cx="4114800" cy="914400"/>
          </a:xfrm>
        </p:spPr>
        <p:txBody>
          <a:bodyPr rtlCol="0">
            <a:noAutofit/>
          </a:bodyPr>
          <a:lstStyle>
            <a:lvl1pPr marL="0" indent="0">
              <a:lnSpc>
                <a:spcPts val="2600"/>
              </a:lnSpc>
              <a:buNone/>
              <a:defRPr sz="1600"/>
            </a:lvl1pPr>
            <a:lvl2pPr marL="457200" indent="0">
              <a:lnSpc>
                <a:spcPts val="2600"/>
              </a:lnSpc>
              <a:buNone/>
              <a:defRPr sz="1600"/>
            </a:lvl2pPr>
            <a:lvl3pPr marL="914400" indent="0">
              <a:lnSpc>
                <a:spcPts val="2600"/>
              </a:lnSpc>
              <a:buNone/>
              <a:defRPr sz="1600"/>
            </a:lvl3pPr>
            <a:lvl4pPr marL="1371600" indent="0">
              <a:lnSpc>
                <a:spcPts val="2600"/>
              </a:lnSpc>
              <a:buNone/>
              <a:defRPr sz="1600"/>
            </a:lvl4pPr>
            <a:lvl5pPr marL="1828800" indent="0">
              <a:lnSpc>
                <a:spcPts val="2600"/>
              </a:lnSpc>
              <a:buNone/>
              <a:defRPr sz="1600"/>
            </a:lvl5pPr>
          </a:lstStyle>
          <a:p>
            <a:pPr lvl="0" rtl="0"/>
            <a:r>
              <a:rPr lang="pl-PL" noProof="0"/>
              <a:t>Kliknij, aby edytować style wzorców tekstu</a:t>
            </a:r>
          </a:p>
          <a:p>
            <a:pPr lvl="1" rtl="0"/>
            <a:endParaRPr lang="pl-PL" noProof="0"/>
          </a:p>
        </p:txBody>
      </p:sp>
      <p:sp>
        <p:nvSpPr>
          <p:cNvPr id="15" name="Obraz — symbol zastępczy 10">
            <a:extLst>
              <a:ext uri="{FF2B5EF4-FFF2-40B4-BE49-F238E27FC236}">
                <a16:creationId xmlns:a16="http://schemas.microsoft.com/office/drawing/2014/main" id="{A12F2D63-1E00-4379-A32F-B52857A50211}"/>
              </a:ext>
            </a:extLst>
          </p:cNvPr>
          <p:cNvSpPr>
            <a:spLocks noGrp="1"/>
          </p:cNvSpPr>
          <p:nvPr>
            <p:ph type="pic" sz="quarter" idx="13"/>
          </p:nvPr>
        </p:nvSpPr>
        <p:spPr>
          <a:xfrm>
            <a:off x="1524" y="5943600"/>
            <a:ext cx="12188952" cy="914400"/>
          </a:xfrm>
          <a:solidFill>
            <a:schemeClr val="accent6"/>
          </a:solidFill>
        </p:spPr>
        <p:txBody>
          <a:bodyPr rtlCol="0"/>
          <a:lstStyle/>
          <a:p>
            <a:pPr rtl="0"/>
            <a:r>
              <a:rPr lang="pl-PL" noProof="0"/>
              <a:t>Kliknij ikonę, aby dodać obraz</a:t>
            </a:r>
          </a:p>
        </p:txBody>
      </p:sp>
      <p:sp>
        <p:nvSpPr>
          <p:cNvPr id="7" name="Data — symbol zastępczy 6">
            <a:extLst>
              <a:ext uri="{FF2B5EF4-FFF2-40B4-BE49-F238E27FC236}">
                <a16:creationId xmlns:a16="http://schemas.microsoft.com/office/drawing/2014/main" id="{860A2F77-6CFB-4347-9224-EFAA0C0EF3DB}"/>
              </a:ext>
            </a:extLst>
          </p:cNvPr>
          <p:cNvSpPr>
            <a:spLocks noGrp="1"/>
          </p:cNvSpPr>
          <p:nvPr>
            <p:ph type="dt" sz="half" idx="10"/>
          </p:nvPr>
        </p:nvSpPr>
        <p:spPr/>
        <p:txBody>
          <a:bodyPr rtlCol="0"/>
          <a:lstStyle>
            <a:lvl1pPr>
              <a:defRPr>
                <a:solidFill>
                  <a:schemeClr val="bg1"/>
                </a:solidFill>
              </a:defRPr>
            </a:lvl1pPr>
          </a:lstStyle>
          <a:p>
            <a:pPr rtl="0"/>
            <a:r>
              <a:rPr lang="pl-PL" noProof="0"/>
              <a:t>20XX</a:t>
            </a:r>
          </a:p>
        </p:txBody>
      </p:sp>
      <p:sp>
        <p:nvSpPr>
          <p:cNvPr id="8" name="Stopka — symbol zastępczy 7">
            <a:extLst>
              <a:ext uri="{FF2B5EF4-FFF2-40B4-BE49-F238E27FC236}">
                <a16:creationId xmlns:a16="http://schemas.microsoft.com/office/drawing/2014/main" id="{97C1F45E-8700-4861-AD21-BB7A09E1305A}"/>
              </a:ext>
            </a:extLst>
          </p:cNvPr>
          <p:cNvSpPr>
            <a:spLocks noGrp="1"/>
          </p:cNvSpPr>
          <p:nvPr>
            <p:ph type="ftr" sz="quarter" idx="11"/>
          </p:nvPr>
        </p:nvSpPr>
        <p:spPr/>
        <p:txBody>
          <a:bodyPr rtlCol="0"/>
          <a:lstStyle>
            <a:lvl1pPr>
              <a:defRPr>
                <a:solidFill>
                  <a:schemeClr val="bg1"/>
                </a:solidFill>
              </a:defRPr>
            </a:lvl1pPr>
          </a:lstStyle>
          <a:p>
            <a:pPr rtl="0"/>
            <a:r>
              <a:rPr lang="pl-PL" noProof="0"/>
              <a:t>Tytuł prezentacji</a:t>
            </a:r>
          </a:p>
        </p:txBody>
      </p:sp>
      <p:sp>
        <p:nvSpPr>
          <p:cNvPr id="9" name="Numer slajdu — symbol zastępczy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rtlCol="0"/>
          <a:lstStyle>
            <a:lvl1pPr>
              <a:defRPr>
                <a:solidFill>
                  <a:schemeClr val="bg1"/>
                </a:solidFill>
              </a:defRPr>
            </a:lvl1pPr>
          </a:lstStyle>
          <a:p>
            <a:pPr rtl="0"/>
            <a:fld id="{B5CEABB6-07DC-46E8-9B57-56EC44A396E5}" type="slidenum">
              <a:rPr lang="pl-PL" noProof="0" smtClean="0"/>
              <a:pPr rtl="0"/>
              <a:t>‹#›</a:t>
            </a:fld>
            <a:endParaRPr lang="pl-PL" noProof="0"/>
          </a:p>
        </p:txBody>
      </p:sp>
    </p:spTree>
    <p:extLst>
      <p:ext uri="{BB962C8B-B14F-4D97-AF65-F5344CB8AC3E}">
        <p14:creationId xmlns:p14="http://schemas.microsoft.com/office/powerpoint/2010/main" val="3742711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ozwiąz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E9E034D-C1DD-48C0-BB6B-FDC6F8EBA558}"/>
              </a:ext>
            </a:extLst>
          </p:cNvPr>
          <p:cNvSpPr>
            <a:spLocks noGrp="1"/>
          </p:cNvSpPr>
          <p:nvPr>
            <p:ph type="title" hasCustomPrompt="1"/>
          </p:nvPr>
        </p:nvSpPr>
        <p:spPr>
          <a:xfrm>
            <a:off x="6858000" y="365125"/>
            <a:ext cx="4602318" cy="1325563"/>
          </a:xfrm>
        </p:spPr>
        <p:txBody>
          <a:bodyPr rtlCol="0"/>
          <a:lstStyle>
            <a:lvl1pPr>
              <a:defRPr>
                <a:solidFill>
                  <a:schemeClr val="tx1">
                    <a:lumMod val="50000"/>
                    <a:lumOff val="50000"/>
                  </a:schemeClr>
                </a:solidFill>
              </a:defRPr>
            </a:lvl1pPr>
          </a:lstStyle>
          <a:p>
            <a:pPr rtl="0"/>
            <a:r>
              <a:rPr lang="pl-PL" noProof="0"/>
              <a:t>Kliknij, aby edytować styl wzorca tytułu</a:t>
            </a:r>
          </a:p>
        </p:txBody>
      </p:sp>
      <p:sp>
        <p:nvSpPr>
          <p:cNvPr id="11" name="Obraz — symbol zastępczy 10">
            <a:extLst>
              <a:ext uri="{FF2B5EF4-FFF2-40B4-BE49-F238E27FC236}">
                <a16:creationId xmlns:a16="http://schemas.microsoft.com/office/drawing/2014/main" id="{AA39532F-F90D-47C0-89E1-06A3DED59311}"/>
              </a:ext>
            </a:extLst>
          </p:cNvPr>
          <p:cNvSpPr>
            <a:spLocks noGrp="1"/>
          </p:cNvSpPr>
          <p:nvPr>
            <p:ph type="pic" sz="quarter" idx="13"/>
          </p:nvPr>
        </p:nvSpPr>
        <p:spPr>
          <a:xfrm>
            <a:off x="0" y="0"/>
            <a:ext cx="6096000" cy="6858000"/>
          </a:xfrm>
          <a:solidFill>
            <a:schemeClr val="accent6"/>
          </a:solidFill>
        </p:spPr>
        <p:txBody>
          <a:bodyPr rtlCol="0"/>
          <a:lstStyle/>
          <a:p>
            <a:pPr rtl="0"/>
            <a:r>
              <a:rPr lang="pl-PL" noProof="0"/>
              <a:t>Kliknij ikonę, aby dodać obraz</a:t>
            </a:r>
          </a:p>
        </p:txBody>
      </p:sp>
      <p:sp>
        <p:nvSpPr>
          <p:cNvPr id="5" name="Tekst — symbol zastępczy 4">
            <a:extLst>
              <a:ext uri="{FF2B5EF4-FFF2-40B4-BE49-F238E27FC236}">
                <a16:creationId xmlns:a16="http://schemas.microsoft.com/office/drawing/2014/main" id="{1714E40B-C52C-407A-9311-46FDCD84CB5A}"/>
              </a:ext>
            </a:extLst>
          </p:cNvPr>
          <p:cNvSpPr>
            <a:spLocks noGrp="1"/>
          </p:cNvSpPr>
          <p:nvPr>
            <p:ph type="body" sz="quarter" idx="3" hasCustomPrompt="1"/>
          </p:nvPr>
        </p:nvSpPr>
        <p:spPr>
          <a:xfrm>
            <a:off x="6858000" y="1691640"/>
            <a:ext cx="3931920" cy="338328"/>
          </a:xfrm>
        </p:spPr>
        <p:txBody>
          <a:bodyPr rtlCol="0" anchor="b">
            <a:no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14" name="Tekst — symbol zastępczy 12">
            <a:extLst>
              <a:ext uri="{FF2B5EF4-FFF2-40B4-BE49-F238E27FC236}">
                <a16:creationId xmlns:a16="http://schemas.microsoft.com/office/drawing/2014/main" id="{BA57DF8C-FA7C-490B-98CE-CDE7957EE729}"/>
              </a:ext>
            </a:extLst>
          </p:cNvPr>
          <p:cNvSpPr>
            <a:spLocks noGrp="1"/>
          </p:cNvSpPr>
          <p:nvPr>
            <p:ph type="body" sz="quarter" idx="15" hasCustomPrompt="1"/>
          </p:nvPr>
        </p:nvSpPr>
        <p:spPr>
          <a:xfrm>
            <a:off x="6858000" y="2093976"/>
            <a:ext cx="4572000" cy="530352"/>
          </a:xfrm>
        </p:spPr>
        <p:txBody>
          <a:bodyPr rtlCol="0">
            <a:noAutofit/>
          </a:bodyPr>
          <a:lstStyle>
            <a:lvl1pPr marL="0" indent="0">
              <a:lnSpc>
                <a:spcPts val="2000"/>
              </a:lnSpc>
              <a:buNone/>
              <a:defRPr sz="1400"/>
            </a:lvl1pPr>
            <a:lvl2pPr marL="457200" indent="0">
              <a:lnSpc>
                <a:spcPts val="2000"/>
              </a:lnSpc>
              <a:buNone/>
              <a:defRPr sz="1400"/>
            </a:lvl2pPr>
            <a:lvl3pPr marL="914400" indent="0">
              <a:lnSpc>
                <a:spcPts val="2000"/>
              </a:lnSpc>
              <a:buNone/>
              <a:defRPr sz="1400"/>
            </a:lvl3pPr>
            <a:lvl4pPr marL="1371600" indent="0">
              <a:lnSpc>
                <a:spcPts val="2000"/>
              </a:lnSpc>
              <a:buNone/>
              <a:defRPr sz="1400"/>
            </a:lvl4pPr>
            <a:lvl5pPr marL="1828800" indent="0">
              <a:lnSpc>
                <a:spcPts val="2000"/>
              </a:lnSpc>
              <a:buNone/>
              <a:defRPr sz="1400"/>
            </a:lvl5pPr>
          </a:lstStyle>
          <a:p>
            <a:pPr lvl="0" rtl="0"/>
            <a:r>
              <a:rPr lang="pl-PL" noProof="0"/>
              <a:t>Kliknij, aby edytować style wzorców tekstu</a:t>
            </a:r>
          </a:p>
        </p:txBody>
      </p:sp>
      <p:sp>
        <p:nvSpPr>
          <p:cNvPr id="20" name="Tekst — symbol zastępczy 4">
            <a:extLst>
              <a:ext uri="{FF2B5EF4-FFF2-40B4-BE49-F238E27FC236}">
                <a16:creationId xmlns:a16="http://schemas.microsoft.com/office/drawing/2014/main" id="{525F4B91-27EE-47AC-BBD0-A66FE53A04FF}"/>
              </a:ext>
            </a:extLst>
          </p:cNvPr>
          <p:cNvSpPr>
            <a:spLocks noGrp="1"/>
          </p:cNvSpPr>
          <p:nvPr>
            <p:ph type="body" sz="quarter" idx="17" hasCustomPrompt="1"/>
          </p:nvPr>
        </p:nvSpPr>
        <p:spPr>
          <a:xfrm>
            <a:off x="6858000" y="2962656"/>
            <a:ext cx="3931920" cy="338328"/>
          </a:xfrm>
        </p:spPr>
        <p:txBody>
          <a:bodyPr rtlCol="0" anchor="b">
            <a:no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22" name="Tekst — symbol zastępczy 12">
            <a:extLst>
              <a:ext uri="{FF2B5EF4-FFF2-40B4-BE49-F238E27FC236}">
                <a16:creationId xmlns:a16="http://schemas.microsoft.com/office/drawing/2014/main" id="{F50C0C1C-5BD4-4F62-8AB2-50B1FE4A7DAE}"/>
              </a:ext>
            </a:extLst>
          </p:cNvPr>
          <p:cNvSpPr>
            <a:spLocks noGrp="1"/>
          </p:cNvSpPr>
          <p:nvPr>
            <p:ph type="body" sz="quarter" idx="19" hasCustomPrompt="1"/>
          </p:nvPr>
        </p:nvSpPr>
        <p:spPr>
          <a:xfrm>
            <a:off x="6858000" y="3310128"/>
            <a:ext cx="4572000" cy="530352"/>
          </a:xfrm>
        </p:spPr>
        <p:txBody>
          <a:bodyPr rtlCol="0">
            <a:noAutofit/>
          </a:bodyPr>
          <a:lstStyle>
            <a:lvl1pPr marL="0" indent="0">
              <a:lnSpc>
                <a:spcPts val="2000"/>
              </a:lnSpc>
              <a:buNone/>
              <a:defRPr sz="1400"/>
            </a:lvl1pPr>
            <a:lvl2pPr marL="457200" indent="0">
              <a:lnSpc>
                <a:spcPts val="2000"/>
              </a:lnSpc>
              <a:buNone/>
              <a:defRPr sz="1400"/>
            </a:lvl2pPr>
            <a:lvl3pPr marL="914400" indent="0">
              <a:lnSpc>
                <a:spcPts val="2000"/>
              </a:lnSpc>
              <a:buNone/>
              <a:defRPr sz="1400"/>
            </a:lvl3pPr>
            <a:lvl4pPr marL="1371600" indent="0">
              <a:lnSpc>
                <a:spcPts val="2000"/>
              </a:lnSpc>
              <a:buNone/>
              <a:defRPr sz="1400"/>
            </a:lvl4pPr>
            <a:lvl5pPr marL="1828800" indent="0">
              <a:lnSpc>
                <a:spcPts val="2000"/>
              </a:lnSpc>
              <a:buNone/>
              <a:defRPr sz="1400"/>
            </a:lvl5pPr>
          </a:lstStyle>
          <a:p>
            <a:pPr lvl="0" rtl="0"/>
            <a:r>
              <a:rPr lang="pl-PL" noProof="0"/>
              <a:t>Kliknij, aby edytować style wzorców tekstu</a:t>
            </a:r>
          </a:p>
        </p:txBody>
      </p:sp>
      <p:sp>
        <p:nvSpPr>
          <p:cNvPr id="23" name="Tekst — symbol zastępczy 4">
            <a:extLst>
              <a:ext uri="{FF2B5EF4-FFF2-40B4-BE49-F238E27FC236}">
                <a16:creationId xmlns:a16="http://schemas.microsoft.com/office/drawing/2014/main" id="{8462AFAF-169F-4E2A-AC00-6E8666595471}"/>
              </a:ext>
            </a:extLst>
          </p:cNvPr>
          <p:cNvSpPr>
            <a:spLocks noGrp="1"/>
          </p:cNvSpPr>
          <p:nvPr>
            <p:ph type="body" sz="quarter" idx="20" hasCustomPrompt="1"/>
          </p:nvPr>
        </p:nvSpPr>
        <p:spPr>
          <a:xfrm>
            <a:off x="6870354" y="3931920"/>
            <a:ext cx="3931920" cy="338328"/>
          </a:xfrm>
        </p:spPr>
        <p:txBody>
          <a:bodyPr rtlCol="0" anchor="b">
            <a:no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24" name="Tekst — symbol zastępczy 12">
            <a:extLst>
              <a:ext uri="{FF2B5EF4-FFF2-40B4-BE49-F238E27FC236}">
                <a16:creationId xmlns:a16="http://schemas.microsoft.com/office/drawing/2014/main" id="{9FDE6BB6-DE86-4B19-B83F-5B83A89477B4}"/>
              </a:ext>
            </a:extLst>
          </p:cNvPr>
          <p:cNvSpPr>
            <a:spLocks noGrp="1"/>
          </p:cNvSpPr>
          <p:nvPr>
            <p:ph type="body" sz="quarter" idx="21" hasCustomPrompt="1"/>
          </p:nvPr>
        </p:nvSpPr>
        <p:spPr>
          <a:xfrm>
            <a:off x="6870354" y="4270248"/>
            <a:ext cx="4572000" cy="530352"/>
          </a:xfrm>
        </p:spPr>
        <p:txBody>
          <a:bodyPr rtlCol="0">
            <a:noAutofit/>
          </a:bodyPr>
          <a:lstStyle>
            <a:lvl1pPr marL="0" indent="0">
              <a:lnSpc>
                <a:spcPts val="2000"/>
              </a:lnSpc>
              <a:buNone/>
              <a:defRPr sz="1400"/>
            </a:lvl1pPr>
            <a:lvl2pPr marL="457200" indent="0">
              <a:lnSpc>
                <a:spcPts val="2000"/>
              </a:lnSpc>
              <a:buNone/>
              <a:defRPr sz="1400"/>
            </a:lvl2pPr>
            <a:lvl3pPr marL="914400" indent="0">
              <a:lnSpc>
                <a:spcPts val="2000"/>
              </a:lnSpc>
              <a:buNone/>
              <a:defRPr sz="1400"/>
            </a:lvl3pPr>
            <a:lvl4pPr marL="1371600" indent="0">
              <a:lnSpc>
                <a:spcPts val="2000"/>
              </a:lnSpc>
              <a:buNone/>
              <a:defRPr sz="1400"/>
            </a:lvl4pPr>
            <a:lvl5pPr marL="1828800" indent="0">
              <a:lnSpc>
                <a:spcPts val="2000"/>
              </a:lnSpc>
              <a:buNone/>
              <a:defRPr sz="1400"/>
            </a:lvl5pPr>
          </a:lstStyle>
          <a:p>
            <a:pPr lvl="0" rtl="0"/>
            <a:r>
              <a:rPr lang="pl-PL" noProof="0"/>
              <a:t>Kliknij, aby edytować style wzorców tekstu</a:t>
            </a:r>
          </a:p>
        </p:txBody>
      </p:sp>
      <p:sp>
        <p:nvSpPr>
          <p:cNvPr id="25" name="Tekst — symbol zastępczy 4">
            <a:extLst>
              <a:ext uri="{FF2B5EF4-FFF2-40B4-BE49-F238E27FC236}">
                <a16:creationId xmlns:a16="http://schemas.microsoft.com/office/drawing/2014/main" id="{2B544474-29CA-4D8E-AC15-C05ABDF6067C}"/>
              </a:ext>
            </a:extLst>
          </p:cNvPr>
          <p:cNvSpPr>
            <a:spLocks noGrp="1"/>
          </p:cNvSpPr>
          <p:nvPr>
            <p:ph type="body" sz="quarter" idx="22" hasCustomPrompt="1"/>
          </p:nvPr>
        </p:nvSpPr>
        <p:spPr>
          <a:xfrm>
            <a:off x="6870354" y="4855464"/>
            <a:ext cx="3931920" cy="338328"/>
          </a:xfrm>
        </p:spPr>
        <p:txBody>
          <a:bodyPr rtlCol="0" anchor="b">
            <a:no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26" name="Tekst — symbol zastępczy 12">
            <a:extLst>
              <a:ext uri="{FF2B5EF4-FFF2-40B4-BE49-F238E27FC236}">
                <a16:creationId xmlns:a16="http://schemas.microsoft.com/office/drawing/2014/main" id="{7C778245-11E1-4B65-ADC1-E9D3DE34E5DE}"/>
              </a:ext>
            </a:extLst>
          </p:cNvPr>
          <p:cNvSpPr>
            <a:spLocks noGrp="1"/>
          </p:cNvSpPr>
          <p:nvPr>
            <p:ph type="body" sz="quarter" idx="23" hasCustomPrompt="1"/>
          </p:nvPr>
        </p:nvSpPr>
        <p:spPr>
          <a:xfrm>
            <a:off x="6870354" y="5193792"/>
            <a:ext cx="4572000" cy="530352"/>
          </a:xfrm>
        </p:spPr>
        <p:txBody>
          <a:bodyPr rtlCol="0">
            <a:noAutofit/>
          </a:bodyPr>
          <a:lstStyle>
            <a:lvl1pPr marL="0" indent="0">
              <a:lnSpc>
                <a:spcPts val="2000"/>
              </a:lnSpc>
              <a:buNone/>
              <a:defRPr sz="1400"/>
            </a:lvl1pPr>
            <a:lvl2pPr marL="457200" indent="0">
              <a:lnSpc>
                <a:spcPts val="2000"/>
              </a:lnSpc>
              <a:buNone/>
              <a:defRPr sz="1400"/>
            </a:lvl2pPr>
            <a:lvl3pPr marL="914400" indent="0">
              <a:lnSpc>
                <a:spcPts val="2000"/>
              </a:lnSpc>
              <a:buNone/>
              <a:defRPr sz="1400"/>
            </a:lvl3pPr>
            <a:lvl4pPr marL="1371600" indent="0">
              <a:lnSpc>
                <a:spcPts val="2000"/>
              </a:lnSpc>
              <a:buNone/>
              <a:defRPr sz="1400"/>
            </a:lvl4pPr>
            <a:lvl5pPr marL="1828800" indent="0">
              <a:lnSpc>
                <a:spcPts val="2000"/>
              </a:lnSpc>
              <a:buNone/>
              <a:defRPr sz="1400"/>
            </a:lvl5pPr>
          </a:lstStyle>
          <a:p>
            <a:pPr lvl="0" rtl="0"/>
            <a:r>
              <a:rPr lang="pl-PL" noProof="0"/>
              <a:t>Kliknij, aby edytować style wzorców tekstu</a:t>
            </a:r>
          </a:p>
        </p:txBody>
      </p:sp>
      <p:sp>
        <p:nvSpPr>
          <p:cNvPr id="7" name="Data — symbol zastępczy 6">
            <a:extLst>
              <a:ext uri="{FF2B5EF4-FFF2-40B4-BE49-F238E27FC236}">
                <a16:creationId xmlns:a16="http://schemas.microsoft.com/office/drawing/2014/main" id="{860A2F77-6CFB-4347-9224-EFAA0C0EF3DB}"/>
              </a:ext>
            </a:extLst>
          </p:cNvPr>
          <p:cNvSpPr>
            <a:spLocks noGrp="1"/>
          </p:cNvSpPr>
          <p:nvPr>
            <p:ph type="dt" sz="half" idx="10"/>
          </p:nvPr>
        </p:nvSpPr>
        <p:spPr/>
        <p:txBody>
          <a:bodyPr rtlCol="0"/>
          <a:lstStyle/>
          <a:p>
            <a:pPr rtl="0"/>
            <a:r>
              <a:rPr lang="pl-PL" noProof="0"/>
              <a:t>20XX</a:t>
            </a:r>
          </a:p>
        </p:txBody>
      </p:sp>
      <p:sp>
        <p:nvSpPr>
          <p:cNvPr id="8" name="Stopka — symbol zastępczy 7">
            <a:extLst>
              <a:ext uri="{FF2B5EF4-FFF2-40B4-BE49-F238E27FC236}">
                <a16:creationId xmlns:a16="http://schemas.microsoft.com/office/drawing/2014/main" id="{97C1F45E-8700-4861-AD21-BB7A09E1305A}"/>
              </a:ext>
            </a:extLst>
          </p:cNvPr>
          <p:cNvSpPr>
            <a:spLocks noGrp="1"/>
          </p:cNvSpPr>
          <p:nvPr>
            <p:ph type="ftr" sz="quarter" idx="11"/>
          </p:nvPr>
        </p:nvSpPr>
        <p:spPr>
          <a:xfrm>
            <a:off x="6858000" y="6356350"/>
            <a:ext cx="3448050" cy="365125"/>
          </a:xfrm>
        </p:spPr>
        <p:txBody>
          <a:bodyPr rtlCol="0"/>
          <a:lstStyle>
            <a:lvl1pPr algn="l">
              <a:defRPr/>
            </a:lvl1pPr>
          </a:lstStyle>
          <a:p>
            <a:pPr rtl="0"/>
            <a:r>
              <a:rPr lang="pl-PL" noProof="0"/>
              <a:t>Tytuł prezentacji</a:t>
            </a:r>
          </a:p>
        </p:txBody>
      </p:sp>
      <p:sp>
        <p:nvSpPr>
          <p:cNvPr id="9" name="Numer slajdu — symbol zastępczy 8">
            <a:extLst>
              <a:ext uri="{FF2B5EF4-FFF2-40B4-BE49-F238E27FC236}">
                <a16:creationId xmlns:a16="http://schemas.microsoft.com/office/drawing/2014/main" id="{B7283171-31EE-44C7-A031-9F840EDEC10C}"/>
              </a:ext>
            </a:extLst>
          </p:cNvPr>
          <p:cNvSpPr>
            <a:spLocks noGrp="1"/>
          </p:cNvSpPr>
          <p:nvPr>
            <p:ph type="sldNum" sz="quarter" idx="12"/>
          </p:nvPr>
        </p:nvSpPr>
        <p:spPr>
          <a:xfrm>
            <a:off x="10423398" y="6356350"/>
            <a:ext cx="914400" cy="365125"/>
          </a:xfrm>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3213575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mówienie produktu">
    <p:spTree>
      <p:nvGrpSpPr>
        <p:cNvPr id="1" name=""/>
        <p:cNvGrpSpPr/>
        <p:nvPr/>
      </p:nvGrpSpPr>
      <p:grpSpPr>
        <a:xfrm>
          <a:off x="0" y="0"/>
          <a:ext cx="0" cy="0"/>
          <a:chOff x="0" y="0"/>
          <a:chExt cx="0" cy="0"/>
        </a:xfrm>
      </p:grpSpPr>
      <p:sp>
        <p:nvSpPr>
          <p:cNvPr id="4" name="Prostokąt 3">
            <a:extLst>
              <a:ext uri="{FF2B5EF4-FFF2-40B4-BE49-F238E27FC236}">
                <a16:creationId xmlns:a16="http://schemas.microsoft.com/office/drawing/2014/main" id="{EB1C922A-9F54-409C-8C2C-90A55B890F48}"/>
              </a:ext>
              <a:ext uri="{C183D7F6-B498-43B3-948B-1728B52AA6E4}">
                <adec:decorative xmlns:adec="http://schemas.microsoft.com/office/drawing/2017/decorative" val="1"/>
              </a:ext>
            </a:extLst>
          </p:cNvPr>
          <p:cNvSpPr/>
          <p:nvPr userDrawn="1"/>
        </p:nvSpPr>
        <p:spPr>
          <a:xfrm>
            <a:off x="6200706" y="0"/>
            <a:ext cx="6095999" cy="68580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p>
        </p:txBody>
      </p:sp>
      <p:sp>
        <p:nvSpPr>
          <p:cNvPr id="2" name="Tytuł 1">
            <a:extLst>
              <a:ext uri="{FF2B5EF4-FFF2-40B4-BE49-F238E27FC236}">
                <a16:creationId xmlns:a16="http://schemas.microsoft.com/office/drawing/2014/main" id="{FE9E034D-C1DD-48C0-BB6B-FDC6F8EBA558}"/>
              </a:ext>
            </a:extLst>
          </p:cNvPr>
          <p:cNvSpPr>
            <a:spLocks noGrp="1"/>
          </p:cNvSpPr>
          <p:nvPr>
            <p:ph type="title" hasCustomPrompt="1"/>
          </p:nvPr>
        </p:nvSpPr>
        <p:spPr>
          <a:xfrm>
            <a:off x="709922" y="365125"/>
            <a:ext cx="5386078" cy="1325563"/>
          </a:xfrm>
        </p:spPr>
        <p:txBody>
          <a:bodyPr rtlCol="0"/>
          <a:lstStyle>
            <a:lvl1pPr>
              <a:defRPr>
                <a:solidFill>
                  <a:schemeClr val="tx1">
                    <a:lumMod val="50000"/>
                    <a:lumOff val="50000"/>
                  </a:schemeClr>
                </a:solidFill>
              </a:defRPr>
            </a:lvl1pPr>
          </a:lstStyle>
          <a:p>
            <a:pPr rtl="0"/>
            <a:r>
              <a:rPr lang="pl-PL" noProof="0"/>
              <a:t>Kliknij, aby edytować styl wzorca tytułu</a:t>
            </a:r>
          </a:p>
        </p:txBody>
      </p:sp>
      <p:sp>
        <p:nvSpPr>
          <p:cNvPr id="11" name="Obraz — symbol zastępczy 10">
            <a:extLst>
              <a:ext uri="{FF2B5EF4-FFF2-40B4-BE49-F238E27FC236}">
                <a16:creationId xmlns:a16="http://schemas.microsoft.com/office/drawing/2014/main" id="{AA39532F-F90D-47C0-89E1-06A3DED59311}"/>
              </a:ext>
            </a:extLst>
          </p:cNvPr>
          <p:cNvSpPr>
            <a:spLocks noGrp="1"/>
          </p:cNvSpPr>
          <p:nvPr>
            <p:ph type="pic" sz="quarter" idx="13"/>
          </p:nvPr>
        </p:nvSpPr>
        <p:spPr>
          <a:xfrm>
            <a:off x="7454384" y="1566525"/>
            <a:ext cx="3401568" cy="3712464"/>
          </a:xfrm>
          <a:solidFill>
            <a:schemeClr val="accent6"/>
          </a:solidFill>
        </p:spPr>
        <p:txBody>
          <a:bodyPr rtlCol="0"/>
          <a:lstStyle/>
          <a:p>
            <a:pPr rtl="0"/>
            <a:r>
              <a:rPr lang="pl-PL" noProof="0"/>
              <a:t>Kliknij ikonę, aby dodać obraz</a:t>
            </a:r>
          </a:p>
        </p:txBody>
      </p:sp>
      <p:sp>
        <p:nvSpPr>
          <p:cNvPr id="3" name="Tekst — symbol zastępczy 2">
            <a:extLst>
              <a:ext uri="{FF2B5EF4-FFF2-40B4-BE49-F238E27FC236}">
                <a16:creationId xmlns:a16="http://schemas.microsoft.com/office/drawing/2014/main" id="{D77FFB71-D3BF-4723-8C5E-44AD8F0E924D}"/>
              </a:ext>
            </a:extLst>
          </p:cNvPr>
          <p:cNvSpPr>
            <a:spLocks noGrp="1"/>
          </p:cNvSpPr>
          <p:nvPr>
            <p:ph type="body" idx="1" hasCustomPrompt="1"/>
          </p:nvPr>
        </p:nvSpPr>
        <p:spPr>
          <a:xfrm>
            <a:off x="709922" y="1893053"/>
            <a:ext cx="2286000" cy="457200"/>
          </a:xfrm>
        </p:spPr>
        <p:txBody>
          <a:bodyPr rtlCol="0" anchor="b">
            <a:norm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5" name="Tekst — symbol zastępczy 4">
            <a:extLst>
              <a:ext uri="{FF2B5EF4-FFF2-40B4-BE49-F238E27FC236}">
                <a16:creationId xmlns:a16="http://schemas.microsoft.com/office/drawing/2014/main" id="{1714E40B-C52C-407A-9311-46FDCD84CB5A}"/>
              </a:ext>
            </a:extLst>
          </p:cNvPr>
          <p:cNvSpPr>
            <a:spLocks noGrp="1"/>
          </p:cNvSpPr>
          <p:nvPr>
            <p:ph type="body" sz="quarter" idx="3" hasCustomPrompt="1"/>
          </p:nvPr>
        </p:nvSpPr>
        <p:spPr>
          <a:xfrm>
            <a:off x="3457506" y="1893053"/>
            <a:ext cx="2286000" cy="457200"/>
          </a:xfrm>
        </p:spPr>
        <p:txBody>
          <a:bodyPr rtlCol="0" anchor="b">
            <a:norm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13" name="Tekst — symbol zastępczy 12">
            <a:extLst>
              <a:ext uri="{FF2B5EF4-FFF2-40B4-BE49-F238E27FC236}">
                <a16:creationId xmlns:a16="http://schemas.microsoft.com/office/drawing/2014/main" id="{E725FCE9-B62D-4B16-807B-9D0D63E93B56}"/>
              </a:ext>
            </a:extLst>
          </p:cNvPr>
          <p:cNvSpPr>
            <a:spLocks noGrp="1"/>
          </p:cNvSpPr>
          <p:nvPr>
            <p:ph type="body" sz="quarter" idx="14" hasCustomPrompt="1"/>
          </p:nvPr>
        </p:nvSpPr>
        <p:spPr>
          <a:xfrm>
            <a:off x="709922" y="2368970"/>
            <a:ext cx="2286000" cy="1371600"/>
          </a:xfrm>
        </p:spPr>
        <p:txBody>
          <a:bodyPr rtlCol="0">
            <a:noAutofit/>
          </a:bodyPr>
          <a:lstStyle>
            <a:lvl1pPr marL="0" indent="0">
              <a:lnSpc>
                <a:spcPts val="2000"/>
              </a:lnSpc>
              <a:buNone/>
              <a:defRPr sz="1400"/>
            </a:lvl1pPr>
            <a:lvl2pPr marL="457200" indent="0">
              <a:lnSpc>
                <a:spcPts val="2000"/>
              </a:lnSpc>
              <a:buNone/>
              <a:defRPr sz="1400"/>
            </a:lvl2pPr>
            <a:lvl3pPr marL="914400" indent="0">
              <a:lnSpc>
                <a:spcPts val="2000"/>
              </a:lnSpc>
              <a:buNone/>
              <a:defRPr sz="1400"/>
            </a:lvl3pPr>
            <a:lvl4pPr marL="1371600" indent="0">
              <a:lnSpc>
                <a:spcPts val="2000"/>
              </a:lnSpc>
              <a:buNone/>
              <a:defRPr sz="1400"/>
            </a:lvl4pPr>
            <a:lvl5pPr marL="1828800" indent="0">
              <a:lnSpc>
                <a:spcPts val="2000"/>
              </a:lnSpc>
              <a:buNone/>
              <a:defRPr sz="1400"/>
            </a:lvl5pPr>
          </a:lstStyle>
          <a:p>
            <a:pPr lvl="0" rtl="0"/>
            <a:r>
              <a:rPr lang="pl-PL" noProof="0"/>
              <a:t>Kliknij, aby edytować style wzorców tekstu</a:t>
            </a:r>
          </a:p>
        </p:txBody>
      </p:sp>
      <p:sp>
        <p:nvSpPr>
          <p:cNvPr id="14" name="Tekst — symbol zastępczy 12">
            <a:extLst>
              <a:ext uri="{FF2B5EF4-FFF2-40B4-BE49-F238E27FC236}">
                <a16:creationId xmlns:a16="http://schemas.microsoft.com/office/drawing/2014/main" id="{BA57DF8C-FA7C-490B-98CE-CDE7957EE729}"/>
              </a:ext>
            </a:extLst>
          </p:cNvPr>
          <p:cNvSpPr>
            <a:spLocks noGrp="1"/>
          </p:cNvSpPr>
          <p:nvPr>
            <p:ph type="body" sz="quarter" idx="15" hasCustomPrompt="1"/>
          </p:nvPr>
        </p:nvSpPr>
        <p:spPr>
          <a:xfrm>
            <a:off x="3457506" y="2355956"/>
            <a:ext cx="2286000" cy="1371600"/>
          </a:xfrm>
        </p:spPr>
        <p:txBody>
          <a:bodyPr rtlCol="0">
            <a:noAutofit/>
          </a:bodyPr>
          <a:lstStyle>
            <a:lvl1pPr marL="0" indent="0">
              <a:lnSpc>
                <a:spcPts val="2000"/>
              </a:lnSpc>
              <a:buNone/>
              <a:defRPr sz="1400"/>
            </a:lvl1pPr>
            <a:lvl2pPr marL="457200" indent="0">
              <a:lnSpc>
                <a:spcPts val="2000"/>
              </a:lnSpc>
              <a:buNone/>
              <a:defRPr sz="1400"/>
            </a:lvl2pPr>
            <a:lvl3pPr marL="914400" indent="0">
              <a:lnSpc>
                <a:spcPts val="2000"/>
              </a:lnSpc>
              <a:buNone/>
              <a:defRPr sz="1400"/>
            </a:lvl3pPr>
            <a:lvl4pPr marL="1371600" indent="0">
              <a:lnSpc>
                <a:spcPts val="2000"/>
              </a:lnSpc>
              <a:buNone/>
              <a:defRPr sz="1400"/>
            </a:lvl4pPr>
            <a:lvl5pPr marL="1828800" indent="0">
              <a:lnSpc>
                <a:spcPts val="2000"/>
              </a:lnSpc>
              <a:buNone/>
              <a:defRPr sz="1400"/>
            </a:lvl5pPr>
          </a:lstStyle>
          <a:p>
            <a:pPr lvl="0" rtl="0"/>
            <a:r>
              <a:rPr lang="pl-PL" noProof="0"/>
              <a:t>Kliknij, aby edytować style wzorców tekstu</a:t>
            </a:r>
          </a:p>
        </p:txBody>
      </p:sp>
      <p:sp>
        <p:nvSpPr>
          <p:cNvPr id="19" name="Tekst — symbol zastępczy 2">
            <a:extLst>
              <a:ext uri="{FF2B5EF4-FFF2-40B4-BE49-F238E27FC236}">
                <a16:creationId xmlns:a16="http://schemas.microsoft.com/office/drawing/2014/main" id="{FF039F13-B78B-4A7E-AB1D-94C070BAE974}"/>
              </a:ext>
            </a:extLst>
          </p:cNvPr>
          <p:cNvSpPr>
            <a:spLocks noGrp="1"/>
          </p:cNvSpPr>
          <p:nvPr>
            <p:ph type="body" idx="16" hasCustomPrompt="1"/>
          </p:nvPr>
        </p:nvSpPr>
        <p:spPr>
          <a:xfrm>
            <a:off x="719917" y="3843877"/>
            <a:ext cx="2286000" cy="457200"/>
          </a:xfrm>
        </p:spPr>
        <p:txBody>
          <a:bodyPr rtlCol="0" anchor="b">
            <a:norm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20" name="Tekst — symbol zastępczy 4">
            <a:extLst>
              <a:ext uri="{FF2B5EF4-FFF2-40B4-BE49-F238E27FC236}">
                <a16:creationId xmlns:a16="http://schemas.microsoft.com/office/drawing/2014/main" id="{525F4B91-27EE-47AC-BBD0-A66FE53A04FF}"/>
              </a:ext>
            </a:extLst>
          </p:cNvPr>
          <p:cNvSpPr>
            <a:spLocks noGrp="1"/>
          </p:cNvSpPr>
          <p:nvPr>
            <p:ph type="body" sz="quarter" idx="17" hasCustomPrompt="1"/>
          </p:nvPr>
        </p:nvSpPr>
        <p:spPr>
          <a:xfrm>
            <a:off x="3467501" y="3843877"/>
            <a:ext cx="2286000" cy="457200"/>
          </a:xfrm>
        </p:spPr>
        <p:txBody>
          <a:bodyPr rtlCol="0" anchor="b">
            <a:norm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21" name="Tekst — symbol zastępczy 12">
            <a:extLst>
              <a:ext uri="{FF2B5EF4-FFF2-40B4-BE49-F238E27FC236}">
                <a16:creationId xmlns:a16="http://schemas.microsoft.com/office/drawing/2014/main" id="{1F0A1756-3486-46A9-9DD3-7BFA5FF75731}"/>
              </a:ext>
            </a:extLst>
          </p:cNvPr>
          <p:cNvSpPr>
            <a:spLocks noGrp="1"/>
          </p:cNvSpPr>
          <p:nvPr>
            <p:ph type="body" sz="quarter" idx="18" hasCustomPrompt="1"/>
          </p:nvPr>
        </p:nvSpPr>
        <p:spPr>
          <a:xfrm>
            <a:off x="719917" y="4319794"/>
            <a:ext cx="2286000" cy="1371600"/>
          </a:xfrm>
        </p:spPr>
        <p:txBody>
          <a:bodyPr rtlCol="0">
            <a:noAutofit/>
          </a:bodyPr>
          <a:lstStyle>
            <a:lvl1pPr marL="0" indent="0">
              <a:lnSpc>
                <a:spcPts val="2000"/>
              </a:lnSpc>
              <a:buNone/>
              <a:defRPr sz="1400"/>
            </a:lvl1pPr>
            <a:lvl2pPr marL="457200" indent="0">
              <a:lnSpc>
                <a:spcPts val="2000"/>
              </a:lnSpc>
              <a:buNone/>
              <a:defRPr sz="1400"/>
            </a:lvl2pPr>
            <a:lvl3pPr marL="914400" indent="0">
              <a:lnSpc>
                <a:spcPts val="2000"/>
              </a:lnSpc>
              <a:buNone/>
              <a:defRPr sz="1400"/>
            </a:lvl3pPr>
            <a:lvl4pPr marL="1371600" indent="0">
              <a:lnSpc>
                <a:spcPts val="2000"/>
              </a:lnSpc>
              <a:buNone/>
              <a:defRPr sz="1400"/>
            </a:lvl4pPr>
            <a:lvl5pPr marL="1828800" indent="0">
              <a:lnSpc>
                <a:spcPts val="2000"/>
              </a:lnSpc>
              <a:buNone/>
              <a:defRPr sz="1400"/>
            </a:lvl5pPr>
          </a:lstStyle>
          <a:p>
            <a:pPr lvl="0" rtl="0"/>
            <a:r>
              <a:rPr lang="pl-PL" noProof="0"/>
              <a:t>Kliknij, aby edytować style wzorców tekstu</a:t>
            </a:r>
          </a:p>
        </p:txBody>
      </p:sp>
      <p:sp>
        <p:nvSpPr>
          <p:cNvPr id="22" name="Tekst — symbol zastępczy 12">
            <a:extLst>
              <a:ext uri="{FF2B5EF4-FFF2-40B4-BE49-F238E27FC236}">
                <a16:creationId xmlns:a16="http://schemas.microsoft.com/office/drawing/2014/main" id="{F50C0C1C-5BD4-4F62-8AB2-50B1FE4A7DAE}"/>
              </a:ext>
            </a:extLst>
          </p:cNvPr>
          <p:cNvSpPr>
            <a:spLocks noGrp="1"/>
          </p:cNvSpPr>
          <p:nvPr>
            <p:ph type="body" sz="quarter" idx="19" hasCustomPrompt="1"/>
          </p:nvPr>
        </p:nvSpPr>
        <p:spPr>
          <a:xfrm>
            <a:off x="3467501" y="4306780"/>
            <a:ext cx="2286000" cy="1371600"/>
          </a:xfrm>
        </p:spPr>
        <p:txBody>
          <a:bodyPr rtlCol="0">
            <a:noAutofit/>
          </a:bodyPr>
          <a:lstStyle>
            <a:lvl1pPr marL="0" indent="0">
              <a:lnSpc>
                <a:spcPts val="2000"/>
              </a:lnSpc>
              <a:buNone/>
              <a:defRPr sz="1400"/>
            </a:lvl1pPr>
            <a:lvl2pPr marL="457200" indent="0">
              <a:lnSpc>
                <a:spcPts val="2000"/>
              </a:lnSpc>
              <a:buNone/>
              <a:defRPr sz="1400"/>
            </a:lvl2pPr>
            <a:lvl3pPr marL="914400" indent="0">
              <a:lnSpc>
                <a:spcPts val="2000"/>
              </a:lnSpc>
              <a:buNone/>
              <a:defRPr sz="1400"/>
            </a:lvl3pPr>
            <a:lvl4pPr marL="1371600" indent="0">
              <a:lnSpc>
                <a:spcPts val="2000"/>
              </a:lnSpc>
              <a:buNone/>
              <a:defRPr sz="1400"/>
            </a:lvl4pPr>
            <a:lvl5pPr marL="1828800" indent="0">
              <a:lnSpc>
                <a:spcPts val="2000"/>
              </a:lnSpc>
              <a:buNone/>
              <a:defRPr sz="1400"/>
            </a:lvl5pPr>
          </a:lstStyle>
          <a:p>
            <a:pPr lvl="0" rtl="0"/>
            <a:r>
              <a:rPr lang="pl-PL" noProof="0"/>
              <a:t>Kliknij, aby edytować style wzorców tekstu</a:t>
            </a:r>
          </a:p>
        </p:txBody>
      </p:sp>
      <p:sp>
        <p:nvSpPr>
          <p:cNvPr id="7" name="Data — symbol zastępczy 6">
            <a:extLst>
              <a:ext uri="{FF2B5EF4-FFF2-40B4-BE49-F238E27FC236}">
                <a16:creationId xmlns:a16="http://schemas.microsoft.com/office/drawing/2014/main" id="{860A2F77-6CFB-4347-9224-EFAA0C0EF3DB}"/>
              </a:ext>
            </a:extLst>
          </p:cNvPr>
          <p:cNvSpPr>
            <a:spLocks noGrp="1"/>
          </p:cNvSpPr>
          <p:nvPr>
            <p:ph type="dt" sz="half" idx="10"/>
          </p:nvPr>
        </p:nvSpPr>
        <p:spPr>
          <a:xfrm>
            <a:off x="838200" y="6356350"/>
            <a:ext cx="1847850" cy="365125"/>
          </a:xfrm>
        </p:spPr>
        <p:txBody>
          <a:bodyPr rtlCol="0"/>
          <a:lstStyle/>
          <a:p>
            <a:pPr rtl="0"/>
            <a:r>
              <a:rPr lang="pl-PL" noProof="0"/>
              <a:t>20XX</a:t>
            </a:r>
          </a:p>
        </p:txBody>
      </p:sp>
      <p:sp>
        <p:nvSpPr>
          <p:cNvPr id="18" name="Stopka — symbol zastępczy 7">
            <a:extLst>
              <a:ext uri="{FF2B5EF4-FFF2-40B4-BE49-F238E27FC236}">
                <a16:creationId xmlns:a16="http://schemas.microsoft.com/office/drawing/2014/main" id="{37667359-6B2F-4D7C-932B-CE6A0E91C8A0}"/>
              </a:ext>
            </a:extLst>
          </p:cNvPr>
          <p:cNvSpPr>
            <a:spLocks noGrp="1"/>
          </p:cNvSpPr>
          <p:nvPr>
            <p:ph type="ftr" sz="quarter" idx="11"/>
          </p:nvPr>
        </p:nvSpPr>
        <p:spPr>
          <a:xfrm>
            <a:off x="6858000" y="6356350"/>
            <a:ext cx="3448050" cy="365125"/>
          </a:xfrm>
        </p:spPr>
        <p:txBody>
          <a:bodyPr rtlCol="0"/>
          <a:lstStyle>
            <a:lvl1pPr algn="l">
              <a:defRPr/>
            </a:lvl1pPr>
          </a:lstStyle>
          <a:p>
            <a:pPr rtl="0"/>
            <a:r>
              <a:rPr lang="pl-PL" noProof="0"/>
              <a:t>Tytuł prezentacji</a:t>
            </a:r>
          </a:p>
        </p:txBody>
      </p:sp>
      <p:sp>
        <p:nvSpPr>
          <p:cNvPr id="23" name="Numer slajdu — symbol zastępczy 8">
            <a:extLst>
              <a:ext uri="{FF2B5EF4-FFF2-40B4-BE49-F238E27FC236}">
                <a16:creationId xmlns:a16="http://schemas.microsoft.com/office/drawing/2014/main" id="{C69C9BA9-6130-4098-A0A6-E1A00A3B6BFF}"/>
              </a:ext>
            </a:extLst>
          </p:cNvPr>
          <p:cNvSpPr>
            <a:spLocks noGrp="1"/>
          </p:cNvSpPr>
          <p:nvPr>
            <p:ph type="sldNum" sz="quarter" idx="12"/>
          </p:nvPr>
        </p:nvSpPr>
        <p:spPr>
          <a:xfrm>
            <a:off x="10423398" y="6356350"/>
            <a:ext cx="914400" cy="365125"/>
          </a:xfrm>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1899692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Problem i podsumowanie">
    <p:spTree>
      <p:nvGrpSpPr>
        <p:cNvPr id="1" name=""/>
        <p:cNvGrpSpPr/>
        <p:nvPr/>
      </p:nvGrpSpPr>
      <p:grpSpPr>
        <a:xfrm>
          <a:off x="0" y="0"/>
          <a:ext cx="0" cy="0"/>
          <a:chOff x="0" y="0"/>
          <a:chExt cx="0" cy="0"/>
        </a:xfrm>
      </p:grpSpPr>
      <p:sp>
        <p:nvSpPr>
          <p:cNvPr id="6" name="Prostokąt 5">
            <a:extLst>
              <a:ext uri="{FF2B5EF4-FFF2-40B4-BE49-F238E27FC236}">
                <a16:creationId xmlns:a16="http://schemas.microsoft.com/office/drawing/2014/main" id="{E6B487E6-6563-4EEC-A349-2257BBAFD4DD}"/>
              </a:ext>
              <a:ext uri="{C183D7F6-B498-43B3-948B-1728B52AA6E4}">
                <adec:decorative xmlns:adec="http://schemas.microsoft.com/office/drawing/2017/decorative" val="1"/>
              </a:ext>
            </a:extLst>
          </p:cNvPr>
          <p:cNvSpPr/>
          <p:nvPr userDrawn="1"/>
        </p:nvSpPr>
        <p:spPr>
          <a:xfrm>
            <a:off x="1" y="0"/>
            <a:ext cx="3051110" cy="68580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p>
        </p:txBody>
      </p:sp>
      <p:sp>
        <p:nvSpPr>
          <p:cNvPr id="2" name="Tytuł 1">
            <a:extLst>
              <a:ext uri="{FF2B5EF4-FFF2-40B4-BE49-F238E27FC236}">
                <a16:creationId xmlns:a16="http://schemas.microsoft.com/office/drawing/2014/main" id="{A1F8C642-49FB-4E16-A3A0-B2ACBEABFFD6}"/>
              </a:ext>
            </a:extLst>
          </p:cNvPr>
          <p:cNvSpPr>
            <a:spLocks noGrp="1"/>
          </p:cNvSpPr>
          <p:nvPr>
            <p:ph type="title" hasCustomPrompt="1"/>
          </p:nvPr>
        </p:nvSpPr>
        <p:spPr>
          <a:xfrm>
            <a:off x="6348334" y="1062164"/>
            <a:ext cx="5005466" cy="1325563"/>
          </a:xfrm>
        </p:spPr>
        <p:txBody>
          <a:bodyPr rtlCol="0"/>
          <a:lstStyle>
            <a:lvl1pPr>
              <a:defRPr>
                <a:solidFill>
                  <a:schemeClr val="tx1">
                    <a:lumMod val="50000"/>
                    <a:lumOff val="50000"/>
                  </a:schemeClr>
                </a:solidFill>
              </a:defRPr>
            </a:lvl1pPr>
          </a:lstStyle>
          <a:p>
            <a:pPr rtl="0"/>
            <a:r>
              <a:rPr lang="pl-PL" noProof="0"/>
              <a:t>Kliknij, aby edytować styl wzorca tytułu</a:t>
            </a:r>
          </a:p>
        </p:txBody>
      </p:sp>
      <p:sp>
        <p:nvSpPr>
          <p:cNvPr id="7" name="Obraz — symbol zastępczy 6">
            <a:extLst>
              <a:ext uri="{FF2B5EF4-FFF2-40B4-BE49-F238E27FC236}">
                <a16:creationId xmlns:a16="http://schemas.microsoft.com/office/drawing/2014/main" id="{EED971A8-4C6D-471D-A690-8CD666292205}"/>
              </a:ext>
            </a:extLst>
          </p:cNvPr>
          <p:cNvSpPr>
            <a:spLocks noGrp="1"/>
          </p:cNvSpPr>
          <p:nvPr>
            <p:ph type="pic" sz="quarter" idx="13"/>
          </p:nvPr>
        </p:nvSpPr>
        <p:spPr>
          <a:xfrm>
            <a:off x="861935" y="1143000"/>
            <a:ext cx="4953000" cy="4572000"/>
          </a:xfrm>
          <a:solidFill>
            <a:schemeClr val="accent6"/>
          </a:solidFill>
        </p:spPr>
        <p:txBody>
          <a:bodyPr rtlCol="0"/>
          <a:lstStyle/>
          <a:p>
            <a:pPr rtl="0"/>
            <a:r>
              <a:rPr lang="pl-PL" noProof="0"/>
              <a:t>Kliknij ikonę, aby dodać obraz</a:t>
            </a:r>
          </a:p>
        </p:txBody>
      </p:sp>
      <p:sp>
        <p:nvSpPr>
          <p:cNvPr id="10" name="Tekst — symbol zastępczy 9">
            <a:extLst>
              <a:ext uri="{FF2B5EF4-FFF2-40B4-BE49-F238E27FC236}">
                <a16:creationId xmlns:a16="http://schemas.microsoft.com/office/drawing/2014/main" id="{0ECB8E5B-4859-4892-A062-C831DA527F75}"/>
              </a:ext>
            </a:extLst>
          </p:cNvPr>
          <p:cNvSpPr>
            <a:spLocks noGrp="1"/>
          </p:cNvSpPr>
          <p:nvPr>
            <p:ph type="body" sz="quarter" idx="14" hasCustomPrompt="1"/>
          </p:nvPr>
        </p:nvSpPr>
        <p:spPr>
          <a:xfrm>
            <a:off x="6376988" y="2555875"/>
            <a:ext cx="4953000" cy="3159125"/>
          </a:xfrm>
        </p:spPr>
        <p:txBody>
          <a:bodyPr rtlCol="0">
            <a:normAutofit/>
          </a:bodyPr>
          <a:lstStyle>
            <a:lvl1pPr marL="0" indent="0">
              <a:lnSpc>
                <a:spcPct val="150000"/>
              </a:lnSpc>
              <a:spcBef>
                <a:spcPts val="0"/>
              </a:spcBef>
              <a:buNone/>
              <a:defRPr sz="2000">
                <a:solidFill>
                  <a:schemeClr val="accent4"/>
                </a:solidFill>
                <a:latin typeface="Times New Roman" panose="02020603050405020304" pitchFamily="18" charset="0"/>
              </a:defRPr>
            </a:lvl1pPr>
            <a:lvl2pPr marL="457200" indent="0">
              <a:lnSpc>
                <a:spcPct val="150000"/>
              </a:lnSpc>
              <a:spcBef>
                <a:spcPts val="0"/>
              </a:spcBef>
              <a:buNone/>
              <a:defRPr sz="2000">
                <a:solidFill>
                  <a:schemeClr val="accent4"/>
                </a:solidFill>
                <a:latin typeface="Times New Roman" panose="02020603050405020304" pitchFamily="18" charset="0"/>
              </a:defRPr>
            </a:lvl2pPr>
            <a:lvl3pPr marL="914400" indent="0">
              <a:lnSpc>
                <a:spcPct val="150000"/>
              </a:lnSpc>
              <a:spcBef>
                <a:spcPts val="0"/>
              </a:spcBef>
              <a:buNone/>
              <a:defRPr sz="2000">
                <a:solidFill>
                  <a:schemeClr val="accent4"/>
                </a:solidFill>
                <a:latin typeface="Times New Roman" panose="02020603050405020304" pitchFamily="18" charset="0"/>
              </a:defRPr>
            </a:lvl3pPr>
            <a:lvl4pPr marL="1371600" indent="0">
              <a:lnSpc>
                <a:spcPct val="150000"/>
              </a:lnSpc>
              <a:spcBef>
                <a:spcPts val="0"/>
              </a:spcBef>
              <a:buNone/>
              <a:defRPr sz="2000">
                <a:solidFill>
                  <a:schemeClr val="accent4"/>
                </a:solidFill>
                <a:latin typeface="Times New Roman" panose="02020603050405020304" pitchFamily="18" charset="0"/>
              </a:defRPr>
            </a:lvl4pPr>
            <a:lvl5pPr marL="1828800" indent="0">
              <a:lnSpc>
                <a:spcPct val="150000"/>
              </a:lnSpc>
              <a:spcBef>
                <a:spcPts val="0"/>
              </a:spcBef>
              <a:buNone/>
              <a:defRPr sz="2000">
                <a:solidFill>
                  <a:schemeClr val="accent4"/>
                </a:solidFill>
                <a:latin typeface="Times New Roman" panose="02020603050405020304" pitchFamily="18" charset="0"/>
              </a:defRPr>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3" name="Data — symbol zastępczy 2">
            <a:extLst>
              <a:ext uri="{FF2B5EF4-FFF2-40B4-BE49-F238E27FC236}">
                <a16:creationId xmlns:a16="http://schemas.microsoft.com/office/drawing/2014/main" id="{9CAF00A3-1058-4FA9-A985-03711701054C}"/>
              </a:ext>
            </a:extLst>
          </p:cNvPr>
          <p:cNvSpPr>
            <a:spLocks noGrp="1"/>
          </p:cNvSpPr>
          <p:nvPr>
            <p:ph type="dt" sz="half" idx="10"/>
          </p:nvPr>
        </p:nvSpPr>
        <p:spPr/>
        <p:txBody>
          <a:bodyPr rtlCol="0"/>
          <a:lstStyle/>
          <a:p>
            <a:pPr rtl="0"/>
            <a:r>
              <a:rPr lang="pl-PL" noProof="0"/>
              <a:t>20XX</a:t>
            </a:r>
          </a:p>
        </p:txBody>
      </p:sp>
      <p:sp>
        <p:nvSpPr>
          <p:cNvPr id="4" name="Stopka — symbol zastępczy 3">
            <a:extLst>
              <a:ext uri="{FF2B5EF4-FFF2-40B4-BE49-F238E27FC236}">
                <a16:creationId xmlns:a16="http://schemas.microsoft.com/office/drawing/2014/main" id="{A00F60BE-20E1-40C5-85E7-AEAABD0C0DE6}"/>
              </a:ext>
            </a:extLst>
          </p:cNvPr>
          <p:cNvSpPr>
            <a:spLocks noGrp="1"/>
          </p:cNvSpPr>
          <p:nvPr>
            <p:ph type="ftr" sz="quarter" idx="11"/>
          </p:nvPr>
        </p:nvSpPr>
        <p:spPr/>
        <p:txBody>
          <a:bodyPr rtlCol="0"/>
          <a:lstStyle/>
          <a:p>
            <a:pPr rtl="0"/>
            <a:r>
              <a:rPr lang="pl-PL" noProof="0"/>
              <a:t>Tytuł prezentacji</a:t>
            </a:r>
          </a:p>
        </p:txBody>
      </p:sp>
      <p:sp>
        <p:nvSpPr>
          <p:cNvPr id="5" name="Numer slajdu — symbol zastępczy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2865806376"/>
      </p:ext>
    </p:extLst>
  </p:cSld>
  <p:clrMapOvr>
    <a:masterClrMapping/>
  </p:clrMapOvr>
  <p:extLst>
    <p:ext uri="{DCECCB84-F9BA-43D5-87BE-67443E8EF086}">
      <p15:sldGuideLst xmlns:p15="http://schemas.microsoft.com/office/powerpoint/2012/main">
        <p15:guide id="1" pos="3840" userDrawn="1">
          <p15:clr>
            <a:srgbClr val="FBAE40"/>
          </p15:clr>
        </p15:guide>
        <p15:guide id="2" pos="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odział sekcji">
    <p:spTree>
      <p:nvGrpSpPr>
        <p:cNvPr id="1" name=""/>
        <p:cNvGrpSpPr/>
        <p:nvPr/>
      </p:nvGrpSpPr>
      <p:grpSpPr>
        <a:xfrm>
          <a:off x="0" y="0"/>
          <a:ext cx="0" cy="0"/>
          <a:chOff x="0" y="0"/>
          <a:chExt cx="0" cy="0"/>
        </a:xfrm>
      </p:grpSpPr>
      <p:sp>
        <p:nvSpPr>
          <p:cNvPr id="8" name="Obraz — symbol zastępczy 7">
            <a:extLst>
              <a:ext uri="{FF2B5EF4-FFF2-40B4-BE49-F238E27FC236}">
                <a16:creationId xmlns:a16="http://schemas.microsoft.com/office/drawing/2014/main" id="{87C02F5D-0AFB-480B-A152-5FC08DB4DCD7}"/>
              </a:ext>
            </a:extLst>
          </p:cNvPr>
          <p:cNvSpPr>
            <a:spLocks noGrp="1"/>
          </p:cNvSpPr>
          <p:nvPr>
            <p:ph type="pic" sz="quarter" idx="13"/>
          </p:nvPr>
        </p:nvSpPr>
        <p:spPr>
          <a:xfrm>
            <a:off x="458724" y="457200"/>
            <a:ext cx="11274552" cy="5943600"/>
          </a:xfrm>
          <a:solidFill>
            <a:schemeClr val="accent6"/>
          </a:solidFill>
        </p:spPr>
        <p:txBody>
          <a:bodyPr rtlCol="0"/>
          <a:lstStyle/>
          <a:p>
            <a:pPr rtl="0"/>
            <a:r>
              <a:rPr lang="pl-PL" noProof="0"/>
              <a:t>Kliknij ikonę, aby dodać obraz</a:t>
            </a:r>
          </a:p>
        </p:txBody>
      </p:sp>
      <p:sp>
        <p:nvSpPr>
          <p:cNvPr id="2" name="Tytuł 1">
            <a:extLst>
              <a:ext uri="{FF2B5EF4-FFF2-40B4-BE49-F238E27FC236}">
                <a16:creationId xmlns:a16="http://schemas.microsoft.com/office/drawing/2014/main" id="{9DE3D039-0A18-4031-8A63-D83666B066F6}"/>
              </a:ext>
            </a:extLst>
          </p:cNvPr>
          <p:cNvSpPr>
            <a:spLocks noGrp="1"/>
          </p:cNvSpPr>
          <p:nvPr>
            <p:ph type="title" hasCustomPrompt="1"/>
          </p:nvPr>
        </p:nvSpPr>
        <p:spPr>
          <a:xfrm>
            <a:off x="3051112" y="3513220"/>
            <a:ext cx="8682164" cy="1828799"/>
          </a:xfrm>
          <a:solidFill>
            <a:schemeClr val="accent3">
              <a:alpha val="90000"/>
            </a:schemeClr>
          </a:solidFill>
        </p:spPr>
        <p:txBody>
          <a:bodyPr lIns="1371600" tIns="0" bIns="0" rtlCol="0" anchor="ctr">
            <a:noAutofit/>
          </a:bodyPr>
          <a:lstStyle>
            <a:lvl1pPr algn="ctr">
              <a:defRPr sz="5400">
                <a:solidFill>
                  <a:schemeClr val="tx1">
                    <a:lumMod val="65000"/>
                    <a:lumOff val="35000"/>
                  </a:schemeClr>
                </a:solidFill>
              </a:defRPr>
            </a:lvl1pPr>
          </a:lstStyle>
          <a:p>
            <a:pPr rtl="0"/>
            <a:r>
              <a:rPr lang="pl-PL" noProof="0"/>
              <a:t>Kliknij, aby dodać tytuł</a:t>
            </a:r>
          </a:p>
        </p:txBody>
      </p:sp>
    </p:spTree>
    <p:extLst>
      <p:ext uri="{BB962C8B-B14F-4D97-AF65-F5344CB8AC3E}">
        <p14:creationId xmlns:p14="http://schemas.microsoft.com/office/powerpoint/2010/main" val="999581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del biznes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lgn="ctr">
              <a:defRPr>
                <a:solidFill>
                  <a:schemeClr val="tx1">
                    <a:lumMod val="50000"/>
                    <a:lumOff val="50000"/>
                  </a:schemeClr>
                </a:solidFill>
              </a:defRPr>
            </a:lvl1pPr>
          </a:lstStyle>
          <a:p>
            <a:pPr rtl="0"/>
            <a:r>
              <a:rPr lang="pl-PL" noProof="0"/>
              <a:t>Kliknij, aby edytować styl wzorca tytułu</a:t>
            </a:r>
          </a:p>
        </p:txBody>
      </p:sp>
      <p:sp>
        <p:nvSpPr>
          <p:cNvPr id="18" name="Obraz — symbol zastępczy 15">
            <a:extLst>
              <a:ext uri="{FF2B5EF4-FFF2-40B4-BE49-F238E27FC236}">
                <a16:creationId xmlns:a16="http://schemas.microsoft.com/office/drawing/2014/main" id="{43CBE128-6D8D-4605-B225-5A34FFB1F25B}"/>
              </a:ext>
            </a:extLst>
          </p:cNvPr>
          <p:cNvSpPr>
            <a:spLocks noGrp="1"/>
          </p:cNvSpPr>
          <p:nvPr>
            <p:ph type="pic" sz="quarter" idx="42"/>
          </p:nvPr>
        </p:nvSpPr>
        <p:spPr>
          <a:xfrm>
            <a:off x="1910104" y="1965960"/>
            <a:ext cx="2286000" cy="2286000"/>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rtl="0"/>
            <a:r>
              <a:rPr lang="pl-PL" noProof="0"/>
              <a:t>Kliknij ikonę, aby dodać obraz</a:t>
            </a:r>
          </a:p>
        </p:txBody>
      </p:sp>
      <p:sp>
        <p:nvSpPr>
          <p:cNvPr id="9" name="Tekst — symbol zastępczy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911096" y="4311688"/>
            <a:ext cx="2286000" cy="360000"/>
          </a:xfrm>
        </p:spPr>
        <p:txBody>
          <a:bodyPr rtlCol="0">
            <a:noAutofit/>
          </a:bodyPr>
          <a:lstStyle>
            <a:lvl1pPr marL="0" indent="0" algn="ctr">
              <a:buFont typeface="Arial" panose="020B0604020202020204" pitchFamily="34" charset="0"/>
              <a:buNone/>
              <a:defRPr sz="2000">
                <a:solidFill>
                  <a:schemeClr val="accent4"/>
                </a:solidFill>
                <a:latin typeface="Times New Roman" panose="02020603050405020304" pitchFamily="18" charset="0"/>
              </a:defRPr>
            </a:lvl1pPr>
          </a:lstStyle>
          <a:p>
            <a:pPr lvl="0" rtl="0"/>
            <a:r>
              <a:rPr lang="pl-PL" noProof="0"/>
              <a:t>Punktor 2</a:t>
            </a:r>
          </a:p>
        </p:txBody>
      </p:sp>
      <p:sp>
        <p:nvSpPr>
          <p:cNvPr id="10" name="Tekst — symbol zastępczy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911096" y="4773703"/>
            <a:ext cx="2286000" cy="1005840"/>
          </a:xfrm>
        </p:spPr>
        <p:txBody>
          <a:bodyPr rtlCol="0"/>
          <a:lstStyle>
            <a:lvl1pPr marL="0" indent="0" algn="ctr">
              <a:lnSpc>
                <a:spcPts val="2000"/>
              </a:lnSpc>
              <a:spcBef>
                <a:spcPts val="0"/>
              </a:spcBef>
              <a:buNone/>
              <a:defRPr sz="1400">
                <a:solidFill>
                  <a:schemeClr val="tx1">
                    <a:lumMod val="75000"/>
                    <a:lumOff val="25000"/>
                  </a:schemeClr>
                </a:solidFill>
              </a:defRPr>
            </a:lvl1pPr>
          </a:lstStyle>
          <a:p>
            <a:pPr lvl="0" rtl="0"/>
            <a:r>
              <a:rPr lang="pl-PL" noProof="0"/>
              <a:t>Opis punktu</a:t>
            </a:r>
          </a:p>
        </p:txBody>
      </p:sp>
      <p:sp>
        <p:nvSpPr>
          <p:cNvPr id="19" name="Obraz — symbol zastępczy 15">
            <a:extLst>
              <a:ext uri="{FF2B5EF4-FFF2-40B4-BE49-F238E27FC236}">
                <a16:creationId xmlns:a16="http://schemas.microsoft.com/office/drawing/2014/main" id="{E63C0874-8701-4CED-B60A-61A655FB5A5F}"/>
              </a:ext>
            </a:extLst>
          </p:cNvPr>
          <p:cNvSpPr>
            <a:spLocks noGrp="1"/>
          </p:cNvSpPr>
          <p:nvPr>
            <p:ph type="pic" sz="quarter" idx="43"/>
          </p:nvPr>
        </p:nvSpPr>
        <p:spPr>
          <a:xfrm>
            <a:off x="4951917" y="1965960"/>
            <a:ext cx="2286000" cy="2286000"/>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rtl="0"/>
            <a:r>
              <a:rPr lang="pl-PL" noProof="0"/>
              <a:t>Kliknij ikonę, aby dodać obraz</a:t>
            </a:r>
          </a:p>
        </p:txBody>
      </p:sp>
      <p:sp>
        <p:nvSpPr>
          <p:cNvPr id="11" name="Tekst — symbol zastępczy 8">
            <a:extLst>
              <a:ext uri="{FF2B5EF4-FFF2-40B4-BE49-F238E27FC236}">
                <a16:creationId xmlns:a16="http://schemas.microsoft.com/office/drawing/2014/main" id="{97E7DC10-1618-471B-9441-C640C7FEDD37}"/>
              </a:ext>
            </a:extLst>
          </p:cNvPr>
          <p:cNvSpPr>
            <a:spLocks noGrp="1"/>
          </p:cNvSpPr>
          <p:nvPr>
            <p:ph type="body" sz="quarter" idx="35" hasCustomPrompt="1"/>
          </p:nvPr>
        </p:nvSpPr>
        <p:spPr>
          <a:xfrm>
            <a:off x="4956048" y="4311688"/>
            <a:ext cx="2286000" cy="360000"/>
          </a:xfrm>
        </p:spPr>
        <p:txBody>
          <a:bodyPr rtlCol="0">
            <a:noAutofit/>
          </a:bodyPr>
          <a:lstStyle>
            <a:lvl1pPr marL="0" indent="0" algn="ctr">
              <a:buFont typeface="Arial" panose="020B0604020202020204" pitchFamily="34" charset="0"/>
              <a:buNone/>
              <a:defRPr sz="2000">
                <a:solidFill>
                  <a:schemeClr val="accent4"/>
                </a:solidFill>
                <a:latin typeface="Times New Roman" panose="02020603050405020304" pitchFamily="18" charset="0"/>
              </a:defRPr>
            </a:lvl1pPr>
          </a:lstStyle>
          <a:p>
            <a:pPr lvl="0" rtl="0"/>
            <a:r>
              <a:rPr lang="pl-PL" noProof="0"/>
              <a:t>Punktor 3</a:t>
            </a:r>
          </a:p>
        </p:txBody>
      </p:sp>
      <p:sp>
        <p:nvSpPr>
          <p:cNvPr id="12" name="Tekst — symbol zastępczy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4956048" y="4773703"/>
            <a:ext cx="2286000" cy="1005840"/>
          </a:xfrm>
        </p:spPr>
        <p:txBody>
          <a:bodyPr rtlCol="0"/>
          <a:lstStyle>
            <a:lvl1pPr marL="0" indent="0" algn="ctr">
              <a:lnSpc>
                <a:spcPts val="2000"/>
              </a:lnSpc>
              <a:spcBef>
                <a:spcPts val="0"/>
              </a:spcBef>
              <a:buNone/>
              <a:defRPr sz="1400">
                <a:solidFill>
                  <a:schemeClr val="tx1">
                    <a:lumMod val="75000"/>
                    <a:lumOff val="25000"/>
                  </a:schemeClr>
                </a:solidFill>
              </a:defRPr>
            </a:lvl1pPr>
          </a:lstStyle>
          <a:p>
            <a:pPr lvl="0" rtl="0"/>
            <a:r>
              <a:rPr lang="pl-PL" noProof="0"/>
              <a:t>Opis punktu</a:t>
            </a:r>
          </a:p>
        </p:txBody>
      </p:sp>
      <p:sp>
        <p:nvSpPr>
          <p:cNvPr id="20" name="Obraz — symbol zastępczy 15">
            <a:extLst>
              <a:ext uri="{FF2B5EF4-FFF2-40B4-BE49-F238E27FC236}">
                <a16:creationId xmlns:a16="http://schemas.microsoft.com/office/drawing/2014/main" id="{F223D9C7-A9C3-4D38-B4D8-9CAB3A19CF51}"/>
              </a:ext>
            </a:extLst>
          </p:cNvPr>
          <p:cNvSpPr>
            <a:spLocks noGrp="1"/>
          </p:cNvSpPr>
          <p:nvPr>
            <p:ph type="pic" sz="quarter" idx="44"/>
          </p:nvPr>
        </p:nvSpPr>
        <p:spPr>
          <a:xfrm>
            <a:off x="7993730" y="1965960"/>
            <a:ext cx="2286000" cy="2286000"/>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rtl="0"/>
            <a:r>
              <a:rPr lang="pl-PL" noProof="0"/>
              <a:t>Kliknij ikonę, aby dodać obraz</a:t>
            </a:r>
          </a:p>
        </p:txBody>
      </p:sp>
      <p:sp>
        <p:nvSpPr>
          <p:cNvPr id="13" name="Tekst — symbol zastępczy 8">
            <a:extLst>
              <a:ext uri="{FF2B5EF4-FFF2-40B4-BE49-F238E27FC236}">
                <a16:creationId xmlns:a16="http://schemas.microsoft.com/office/drawing/2014/main" id="{FDB26B40-5901-4EF0-BCF0-55677E28B176}"/>
              </a:ext>
            </a:extLst>
          </p:cNvPr>
          <p:cNvSpPr>
            <a:spLocks noGrp="1"/>
          </p:cNvSpPr>
          <p:nvPr>
            <p:ph type="body" sz="quarter" idx="37" hasCustomPrompt="1"/>
          </p:nvPr>
        </p:nvSpPr>
        <p:spPr>
          <a:xfrm>
            <a:off x="7991856" y="4311688"/>
            <a:ext cx="2286000" cy="360000"/>
          </a:xfrm>
        </p:spPr>
        <p:txBody>
          <a:bodyPr rtlCol="0">
            <a:noAutofit/>
          </a:bodyPr>
          <a:lstStyle>
            <a:lvl1pPr marL="0" indent="0" algn="ctr">
              <a:buFont typeface="Arial" panose="020B0604020202020204" pitchFamily="34" charset="0"/>
              <a:buNone/>
              <a:defRPr sz="2000">
                <a:solidFill>
                  <a:schemeClr val="accent4"/>
                </a:solidFill>
                <a:latin typeface="Times New Roman" panose="02020603050405020304" pitchFamily="18" charset="0"/>
              </a:defRPr>
            </a:lvl1pPr>
          </a:lstStyle>
          <a:p>
            <a:pPr lvl="0" rtl="0"/>
            <a:r>
              <a:rPr lang="pl-PL" noProof="0"/>
              <a:t>Punktor 4</a:t>
            </a:r>
          </a:p>
        </p:txBody>
      </p:sp>
      <p:sp>
        <p:nvSpPr>
          <p:cNvPr id="14" name="Tekst — symbol zastępczy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7991856" y="4773703"/>
            <a:ext cx="2286000" cy="1005840"/>
          </a:xfrm>
        </p:spPr>
        <p:txBody>
          <a:bodyPr rtlCol="0"/>
          <a:lstStyle>
            <a:lvl1pPr marL="0" indent="0" algn="ctr">
              <a:lnSpc>
                <a:spcPts val="2000"/>
              </a:lnSpc>
              <a:spcBef>
                <a:spcPts val="0"/>
              </a:spcBef>
              <a:buNone/>
              <a:defRPr sz="1400">
                <a:solidFill>
                  <a:schemeClr val="tx1">
                    <a:lumMod val="75000"/>
                    <a:lumOff val="25000"/>
                  </a:schemeClr>
                </a:solidFill>
              </a:defRPr>
            </a:lvl1pPr>
          </a:lstStyle>
          <a:p>
            <a:pPr lvl="0" rtl="0"/>
            <a:r>
              <a:rPr lang="pl-PL" noProof="0"/>
              <a:t>Opis punktu</a:t>
            </a:r>
          </a:p>
        </p:txBody>
      </p:sp>
      <p:sp>
        <p:nvSpPr>
          <p:cNvPr id="15" name="Data — symbol zastępczy 1">
            <a:extLst>
              <a:ext uri="{FF2B5EF4-FFF2-40B4-BE49-F238E27FC236}">
                <a16:creationId xmlns:a16="http://schemas.microsoft.com/office/drawing/2014/main" id="{6FCC4B1F-E859-43CC-8B33-EE155744227A}"/>
              </a:ext>
            </a:extLst>
          </p:cNvPr>
          <p:cNvSpPr>
            <a:spLocks noGrp="1"/>
          </p:cNvSpPr>
          <p:nvPr>
            <p:ph type="dt" sz="half" idx="45"/>
          </p:nvPr>
        </p:nvSpPr>
        <p:spPr>
          <a:xfrm>
            <a:off x="838200" y="6356350"/>
            <a:ext cx="2743200" cy="365125"/>
          </a:xfrm>
        </p:spPr>
        <p:txBody>
          <a:bodyPr rtlCol="0"/>
          <a:lstStyle/>
          <a:p>
            <a:pPr rtl="0"/>
            <a:r>
              <a:rPr lang="pl-PL" noProof="0"/>
              <a:t>20XX</a:t>
            </a:r>
          </a:p>
        </p:txBody>
      </p:sp>
      <p:sp>
        <p:nvSpPr>
          <p:cNvPr id="6" name="Stopka — symbol zastępczy 5">
            <a:extLst>
              <a:ext uri="{FF2B5EF4-FFF2-40B4-BE49-F238E27FC236}">
                <a16:creationId xmlns:a16="http://schemas.microsoft.com/office/drawing/2014/main" id="{29E5E346-F307-4307-949D-77CDB6E6577A}"/>
              </a:ext>
            </a:extLst>
          </p:cNvPr>
          <p:cNvSpPr>
            <a:spLocks noGrp="1"/>
          </p:cNvSpPr>
          <p:nvPr>
            <p:ph type="ftr" sz="quarter" idx="10"/>
          </p:nvPr>
        </p:nvSpPr>
        <p:spPr/>
        <p:txBody>
          <a:bodyPr rtlCol="0"/>
          <a:lstStyle>
            <a:lvl1pPr>
              <a:defRPr>
                <a:solidFill>
                  <a:schemeClr val="tx1">
                    <a:lumMod val="75000"/>
                    <a:lumOff val="25000"/>
                  </a:schemeClr>
                </a:solidFill>
              </a:defRPr>
            </a:lvl1pPr>
          </a:lstStyle>
          <a:p>
            <a:pPr rtl="0"/>
            <a:r>
              <a:rPr lang="pl-PL" noProof="0"/>
              <a:t>Tytuł prezentacji</a:t>
            </a:r>
          </a:p>
        </p:txBody>
      </p:sp>
      <p:sp>
        <p:nvSpPr>
          <p:cNvPr id="7" name="Numer slajdu — symbol zastępczy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rtlCol="0"/>
          <a:lstStyle>
            <a:lvl1pPr>
              <a:defRPr>
                <a:solidFill>
                  <a:schemeClr val="tx1">
                    <a:lumMod val="75000"/>
                    <a:lumOff val="25000"/>
                  </a:schemeClr>
                </a:solidFill>
              </a:defRPr>
            </a:lvl1pPr>
          </a:lstStyle>
          <a:p>
            <a:pPr rtl="0"/>
            <a:fld id="{19B51A1E-902D-48AF-9020-955120F399B6}" type="slidenum">
              <a:rPr lang="pl-PL" noProof="0" smtClean="0"/>
              <a:pPr rtl="0"/>
              <a:t>‹#›</a:t>
            </a:fld>
            <a:endParaRPr lang="pl-PL" noProof="0"/>
          </a:p>
        </p:txBody>
      </p:sp>
    </p:spTree>
    <p:extLst>
      <p:ext uri="{BB962C8B-B14F-4D97-AF65-F5344CB8AC3E}">
        <p14:creationId xmlns:p14="http://schemas.microsoft.com/office/powerpoint/2010/main" val="500680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Konkurencja">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E9E034D-C1DD-48C0-BB6B-FDC6F8EBA558}"/>
              </a:ext>
            </a:extLst>
          </p:cNvPr>
          <p:cNvSpPr>
            <a:spLocks noGrp="1"/>
          </p:cNvSpPr>
          <p:nvPr>
            <p:ph type="title" hasCustomPrompt="1"/>
          </p:nvPr>
        </p:nvSpPr>
        <p:spPr>
          <a:xfrm>
            <a:off x="1162072" y="365125"/>
            <a:ext cx="10193315" cy="1325563"/>
          </a:xfrm>
        </p:spPr>
        <p:txBody>
          <a:bodyPr rtlCol="0"/>
          <a:lstStyle>
            <a:lvl1pPr algn="l">
              <a:defRPr/>
            </a:lvl1pPr>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D77FFB71-D3BF-4723-8C5E-44AD8F0E924D}"/>
              </a:ext>
            </a:extLst>
          </p:cNvPr>
          <p:cNvSpPr>
            <a:spLocks noGrp="1"/>
          </p:cNvSpPr>
          <p:nvPr>
            <p:ph type="body" idx="1" hasCustomPrompt="1"/>
          </p:nvPr>
        </p:nvSpPr>
        <p:spPr>
          <a:xfrm>
            <a:off x="1162073" y="1853548"/>
            <a:ext cx="4572000" cy="640080"/>
          </a:xfrm>
        </p:spPr>
        <p:txBody>
          <a:bodyPr rtlCol="0" anchor="ctr" anchorCtr="0">
            <a:norm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A91BC8B9-8F2B-4131-A090-0ACBEEE80BB7}"/>
              </a:ext>
            </a:extLst>
          </p:cNvPr>
          <p:cNvSpPr>
            <a:spLocks noGrp="1"/>
          </p:cNvSpPr>
          <p:nvPr>
            <p:ph sz="half" idx="2" hasCustomPrompt="1"/>
          </p:nvPr>
        </p:nvSpPr>
        <p:spPr>
          <a:xfrm>
            <a:off x="1162073" y="2505075"/>
            <a:ext cx="4572000" cy="3200400"/>
          </a:xfrm>
        </p:spPr>
        <p:txBody>
          <a:bodyPr rtlCol="0">
            <a:normAutofit/>
          </a:bodyPr>
          <a:lstStyle>
            <a:lvl1pPr>
              <a:lnSpc>
                <a:spcPts val="2600"/>
              </a:lnSpc>
              <a:defRPr sz="1600"/>
            </a:lvl1pPr>
            <a:lvl2pPr>
              <a:lnSpc>
                <a:spcPts val="2600"/>
              </a:lnSpc>
              <a:defRPr sz="1600"/>
            </a:lvl2pPr>
            <a:lvl3pPr>
              <a:lnSpc>
                <a:spcPts val="2600"/>
              </a:lnSpc>
              <a:defRPr sz="1600"/>
            </a:lvl3pPr>
            <a:lvl4pPr>
              <a:lnSpc>
                <a:spcPts val="2600"/>
              </a:lnSpc>
              <a:defRPr sz="1600"/>
            </a:lvl4pPr>
            <a:lvl5pPr>
              <a:lnSpc>
                <a:spcPts val="2600"/>
              </a:lnSpc>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1714E40B-C52C-407A-9311-46FDCD84CB5A}"/>
              </a:ext>
            </a:extLst>
          </p:cNvPr>
          <p:cNvSpPr>
            <a:spLocks noGrp="1"/>
          </p:cNvSpPr>
          <p:nvPr>
            <p:ph type="body" sz="quarter" idx="3" hasCustomPrompt="1"/>
          </p:nvPr>
        </p:nvSpPr>
        <p:spPr>
          <a:xfrm>
            <a:off x="6494485" y="1853548"/>
            <a:ext cx="4572000" cy="640080"/>
          </a:xfrm>
          <a:noFill/>
        </p:spPr>
        <p:txBody>
          <a:bodyPr rtlCol="0" anchor="ctr" anchorCtr="0">
            <a:normAutofit/>
          </a:bodyPr>
          <a:lstStyle>
            <a:lvl1pPr marL="0" indent="0">
              <a:buNone/>
              <a:defRPr sz="2000" b="0">
                <a:solidFill>
                  <a:schemeClr val="accent4"/>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0596ED23-22F0-421E-849C-630BEABF8BD0}"/>
              </a:ext>
            </a:extLst>
          </p:cNvPr>
          <p:cNvSpPr>
            <a:spLocks noGrp="1"/>
          </p:cNvSpPr>
          <p:nvPr>
            <p:ph sz="quarter" idx="4" hasCustomPrompt="1"/>
          </p:nvPr>
        </p:nvSpPr>
        <p:spPr>
          <a:xfrm>
            <a:off x="6494485" y="2505075"/>
            <a:ext cx="4572000" cy="3200400"/>
          </a:xfrm>
        </p:spPr>
        <p:txBody>
          <a:bodyPr rtlCol="0">
            <a:normAutofit/>
          </a:bodyPr>
          <a:lstStyle>
            <a:lvl1pPr>
              <a:lnSpc>
                <a:spcPts val="2600"/>
              </a:lnSpc>
              <a:defRPr sz="1600"/>
            </a:lvl1pPr>
            <a:lvl2pPr>
              <a:lnSpc>
                <a:spcPts val="2600"/>
              </a:lnSpc>
              <a:defRPr sz="1600"/>
            </a:lvl2pPr>
            <a:lvl3pPr>
              <a:lnSpc>
                <a:spcPts val="2600"/>
              </a:lnSpc>
              <a:defRPr sz="1600"/>
            </a:lvl3pPr>
            <a:lvl4pPr>
              <a:lnSpc>
                <a:spcPts val="2600"/>
              </a:lnSpc>
              <a:defRPr sz="1600"/>
            </a:lvl4pPr>
            <a:lvl5pPr>
              <a:lnSpc>
                <a:spcPts val="2600"/>
              </a:lnSpc>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11" name="Obraz — symbol zastępczy 10">
            <a:extLst>
              <a:ext uri="{FF2B5EF4-FFF2-40B4-BE49-F238E27FC236}">
                <a16:creationId xmlns:a16="http://schemas.microsoft.com/office/drawing/2014/main" id="{582C2B31-DB43-4AEF-AA1E-62866E69E584}"/>
              </a:ext>
            </a:extLst>
          </p:cNvPr>
          <p:cNvSpPr>
            <a:spLocks noGrp="1"/>
          </p:cNvSpPr>
          <p:nvPr>
            <p:ph type="pic" sz="quarter" idx="13"/>
          </p:nvPr>
        </p:nvSpPr>
        <p:spPr>
          <a:xfrm>
            <a:off x="1524" y="5943600"/>
            <a:ext cx="12188952" cy="914400"/>
          </a:xfrm>
          <a:solidFill>
            <a:schemeClr val="accent6"/>
          </a:solidFill>
        </p:spPr>
        <p:txBody>
          <a:bodyPr rtlCol="0"/>
          <a:lstStyle/>
          <a:p>
            <a:pPr rtl="0"/>
            <a:r>
              <a:rPr lang="pl-PL" noProof="0"/>
              <a:t>Kliknij ikonę, aby dodać obraz</a:t>
            </a:r>
          </a:p>
        </p:txBody>
      </p:sp>
      <p:sp>
        <p:nvSpPr>
          <p:cNvPr id="7" name="Data — symbol zastępczy 6">
            <a:extLst>
              <a:ext uri="{FF2B5EF4-FFF2-40B4-BE49-F238E27FC236}">
                <a16:creationId xmlns:a16="http://schemas.microsoft.com/office/drawing/2014/main" id="{860A2F77-6CFB-4347-9224-EFAA0C0EF3DB}"/>
              </a:ext>
            </a:extLst>
          </p:cNvPr>
          <p:cNvSpPr>
            <a:spLocks noGrp="1"/>
          </p:cNvSpPr>
          <p:nvPr>
            <p:ph type="dt" sz="half" idx="10"/>
          </p:nvPr>
        </p:nvSpPr>
        <p:spPr/>
        <p:txBody>
          <a:bodyPr rtlCol="0"/>
          <a:lstStyle>
            <a:lvl1pPr>
              <a:defRPr>
                <a:solidFill>
                  <a:schemeClr val="bg1"/>
                </a:solidFill>
              </a:defRPr>
            </a:lvl1pPr>
          </a:lstStyle>
          <a:p>
            <a:pPr rtl="0"/>
            <a:r>
              <a:rPr lang="pl-PL" noProof="0"/>
              <a:t>20XX</a:t>
            </a:r>
          </a:p>
        </p:txBody>
      </p:sp>
      <p:sp>
        <p:nvSpPr>
          <p:cNvPr id="8" name="Stopka — symbol zastępczy 7">
            <a:extLst>
              <a:ext uri="{FF2B5EF4-FFF2-40B4-BE49-F238E27FC236}">
                <a16:creationId xmlns:a16="http://schemas.microsoft.com/office/drawing/2014/main" id="{97C1F45E-8700-4861-AD21-BB7A09E1305A}"/>
              </a:ext>
            </a:extLst>
          </p:cNvPr>
          <p:cNvSpPr>
            <a:spLocks noGrp="1"/>
          </p:cNvSpPr>
          <p:nvPr>
            <p:ph type="ftr" sz="quarter" idx="11"/>
          </p:nvPr>
        </p:nvSpPr>
        <p:spPr/>
        <p:txBody>
          <a:bodyPr rtlCol="0"/>
          <a:lstStyle>
            <a:lvl1pPr>
              <a:defRPr>
                <a:solidFill>
                  <a:schemeClr val="bg1"/>
                </a:solidFill>
              </a:defRPr>
            </a:lvl1pPr>
          </a:lstStyle>
          <a:p>
            <a:pPr rtl="0"/>
            <a:r>
              <a:rPr lang="pl-PL" noProof="0"/>
              <a:t>Tytuł prezentacji</a:t>
            </a:r>
          </a:p>
        </p:txBody>
      </p:sp>
      <p:sp>
        <p:nvSpPr>
          <p:cNvPr id="9" name="Numer slajdu — symbol zastępczy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rtlCol="0"/>
          <a:lstStyle>
            <a:lvl1pPr>
              <a:defRPr>
                <a:solidFill>
                  <a:schemeClr val="bg1"/>
                </a:solidFill>
              </a:defRPr>
            </a:lvl1pPr>
          </a:lstStyle>
          <a:p>
            <a:pPr rtl="0"/>
            <a:fld id="{B5CEABB6-07DC-46E8-9B57-56EC44A396E5}" type="slidenum">
              <a:rPr lang="pl-PL" noProof="0" smtClean="0"/>
              <a:pPr rtl="0"/>
              <a:t>‹#›</a:t>
            </a:fld>
            <a:endParaRPr lang="pl-PL" noProof="0"/>
          </a:p>
        </p:txBody>
      </p:sp>
    </p:spTree>
    <p:extLst>
      <p:ext uri="{BB962C8B-B14F-4D97-AF65-F5344CB8AC3E}">
        <p14:creationId xmlns:p14="http://schemas.microsoft.com/office/powerpoint/2010/main" val="3750099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mówienie rynku">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DD6B45A-9FA0-4D2A-8BEF-4709BD5C14CA}"/>
              </a:ext>
            </a:extLst>
          </p:cNvPr>
          <p:cNvSpPr>
            <a:spLocks noGrp="1"/>
          </p:cNvSpPr>
          <p:nvPr>
            <p:ph type="title" hasCustomPrompt="1"/>
          </p:nvPr>
        </p:nvSpPr>
        <p:spPr/>
        <p:txBody>
          <a:bodyPr rtlCol="0"/>
          <a:lstStyle>
            <a:lvl1pPr algn="ctr">
              <a:defRPr>
                <a:solidFill>
                  <a:schemeClr val="tx1">
                    <a:lumMod val="50000"/>
                    <a:lumOff val="50000"/>
                  </a:schemeClr>
                </a:solidFill>
              </a:defRPr>
            </a:lvl1pPr>
          </a:lstStyle>
          <a:p>
            <a:pPr rtl="0"/>
            <a:r>
              <a:rPr lang="pl-PL" noProof="0"/>
              <a:t>Kliknij, aby edytować styl wzorca tytułu</a:t>
            </a:r>
          </a:p>
        </p:txBody>
      </p:sp>
      <p:sp>
        <p:nvSpPr>
          <p:cNvPr id="7" name="Obraz — symbol zastępczy 6">
            <a:extLst>
              <a:ext uri="{FF2B5EF4-FFF2-40B4-BE49-F238E27FC236}">
                <a16:creationId xmlns:a16="http://schemas.microsoft.com/office/drawing/2014/main" id="{C06C6CB5-A7CF-4AA0-8E61-3C46EFA04157}"/>
              </a:ext>
              <a:ext uri="{C183D7F6-B498-43B3-948B-1728B52AA6E4}">
                <adec:decorative xmlns:adec="http://schemas.microsoft.com/office/drawing/2017/decorative" val="1"/>
              </a:ext>
            </a:extLst>
          </p:cNvPr>
          <p:cNvSpPr>
            <a:spLocks noGrp="1"/>
          </p:cNvSpPr>
          <p:nvPr>
            <p:ph type="pic" sz="quarter" idx="23" hasCustomPrompt="1"/>
          </p:nvPr>
        </p:nvSpPr>
        <p:spPr>
          <a:xfrm>
            <a:off x="1524" y="4572000"/>
            <a:ext cx="12188952" cy="2286000"/>
          </a:xfrm>
          <a:solidFill>
            <a:schemeClr val="accent6"/>
          </a:solidFill>
        </p:spPr>
        <p:txBody>
          <a:bodyPr rtlCol="0" anchor="b"/>
          <a:lstStyle>
            <a:lvl1pPr marL="0" indent="0">
              <a:buNone/>
              <a:defRPr/>
            </a:lvl1pPr>
          </a:lstStyle>
          <a:p>
            <a:pPr rtl="0"/>
            <a:r>
              <a:rPr lang="pl-PL" noProof="0"/>
              <a:t>Kliknij, aby dodać obraz</a:t>
            </a:r>
          </a:p>
        </p:txBody>
      </p:sp>
      <p:sp>
        <p:nvSpPr>
          <p:cNvPr id="15" name="Tekst — symbol zastępczy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858305" y="1696389"/>
            <a:ext cx="3210331" cy="3647605"/>
          </a:xfrm>
          <a:solidFill>
            <a:schemeClr val="bg1"/>
          </a:solidFill>
          <a:ln w="12700">
            <a:solidFill>
              <a:schemeClr val="tx2">
                <a:lumMod val="20000"/>
                <a:lumOff val="80000"/>
              </a:schemeClr>
            </a:solidFill>
          </a:ln>
        </p:spPr>
        <p:txBody>
          <a:bodyPr lIns="91440" tIns="457200" rtlCol="0">
            <a:noAutofit/>
          </a:bodyPr>
          <a:lstStyle>
            <a:lvl1pPr marL="0" indent="0" algn="ctr">
              <a:buNone/>
              <a:defRPr sz="3200" b="0">
                <a:solidFill>
                  <a:schemeClr val="accent4"/>
                </a:solidFill>
                <a:latin typeface="Times New Roman" panose="02020603050405020304" pitchFamily="18" charset="0"/>
              </a:defRPr>
            </a:lvl1pPr>
          </a:lstStyle>
          <a:p>
            <a:pPr lvl="0" rtl="0"/>
            <a:r>
              <a:rPr lang="pl-PL" noProof="0"/>
              <a:t>Podtytuł</a:t>
            </a:r>
          </a:p>
        </p:txBody>
      </p:sp>
      <p:sp>
        <p:nvSpPr>
          <p:cNvPr id="17" name="Tekst — symbol zastępczy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95593" y="2750695"/>
            <a:ext cx="2743200" cy="2465883"/>
          </a:xfrm>
        </p:spPr>
        <p:txBody>
          <a:bodyPr rtlCol="0">
            <a:normAutofit/>
          </a:bodyPr>
          <a:lstStyle>
            <a:lvl1pPr marL="0" indent="0" algn="ctr">
              <a:buFont typeface="Arial" panose="020B0604020202020204" pitchFamily="34" charset="0"/>
              <a:buNone/>
              <a:defRPr sz="1400">
                <a:solidFill>
                  <a:schemeClr val="tx1"/>
                </a:solidFill>
              </a:defRPr>
            </a:lvl1pPr>
          </a:lstStyle>
          <a:p>
            <a:pPr lvl="0" rtl="0"/>
            <a:r>
              <a:rPr lang="pl-PL" noProof="0"/>
              <a:t>Kliknij, aby dodać tekst</a:t>
            </a:r>
          </a:p>
        </p:txBody>
      </p:sp>
      <p:sp>
        <p:nvSpPr>
          <p:cNvPr id="3" name="Data — symbol zastępczy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lvl1pPr>
              <a:defRPr>
                <a:solidFill>
                  <a:schemeClr val="bg1"/>
                </a:solidFill>
              </a:defRPr>
            </a:lvl1pPr>
          </a:lstStyle>
          <a:p>
            <a:pPr rtl="0"/>
            <a:r>
              <a:rPr lang="pl-PL" noProof="0"/>
              <a:t>20XX</a:t>
            </a:r>
          </a:p>
        </p:txBody>
      </p:sp>
      <p:sp>
        <p:nvSpPr>
          <p:cNvPr id="16" name="Tekst — symbol zastępczy 15">
            <a:extLst>
              <a:ext uri="{FF2B5EF4-FFF2-40B4-BE49-F238E27FC236}">
                <a16:creationId xmlns:a16="http://schemas.microsoft.com/office/drawing/2014/main" id="{45F3F79F-C68B-4A8C-B9F0-4BF82DCC6D5F}"/>
              </a:ext>
            </a:extLst>
          </p:cNvPr>
          <p:cNvSpPr>
            <a:spLocks noGrp="1"/>
          </p:cNvSpPr>
          <p:nvPr>
            <p:ph type="body" sz="quarter" idx="24" hasCustomPrompt="1"/>
          </p:nvPr>
        </p:nvSpPr>
        <p:spPr>
          <a:xfrm>
            <a:off x="4516628" y="1696389"/>
            <a:ext cx="3209544" cy="3648456"/>
          </a:xfrm>
          <a:solidFill>
            <a:schemeClr val="bg1"/>
          </a:solidFill>
          <a:ln w="12700">
            <a:solidFill>
              <a:schemeClr val="tx2">
                <a:lumMod val="20000"/>
                <a:lumOff val="80000"/>
              </a:schemeClr>
            </a:solidFill>
          </a:ln>
        </p:spPr>
        <p:txBody>
          <a:bodyPr tIns="457200" rtlCol="0">
            <a:noAutofit/>
          </a:bodyPr>
          <a:lstStyle>
            <a:lvl1pPr marL="0" indent="0" algn="ctr">
              <a:buNone/>
              <a:defRPr sz="3200" b="0">
                <a:solidFill>
                  <a:schemeClr val="accent4"/>
                </a:solidFill>
                <a:latin typeface="Times New Roman" panose="02020603050405020304" pitchFamily="18" charset="0"/>
              </a:defRPr>
            </a:lvl1pPr>
          </a:lstStyle>
          <a:p>
            <a:pPr lvl="0" rtl="0"/>
            <a:r>
              <a:rPr lang="pl-PL" noProof="0"/>
              <a:t>Podtytuł</a:t>
            </a:r>
          </a:p>
        </p:txBody>
      </p:sp>
      <p:sp>
        <p:nvSpPr>
          <p:cNvPr id="18" name="Tekst — symbol zastępczy 18">
            <a:extLst>
              <a:ext uri="{FF2B5EF4-FFF2-40B4-BE49-F238E27FC236}">
                <a16:creationId xmlns:a16="http://schemas.microsoft.com/office/drawing/2014/main" id="{7E2099CC-3C3F-4C3B-825F-C69EBE0F0D18}"/>
              </a:ext>
            </a:extLst>
          </p:cNvPr>
          <p:cNvSpPr>
            <a:spLocks noGrp="1"/>
          </p:cNvSpPr>
          <p:nvPr>
            <p:ph type="body" sz="quarter" idx="25" hasCustomPrompt="1"/>
          </p:nvPr>
        </p:nvSpPr>
        <p:spPr>
          <a:xfrm>
            <a:off x="4765548" y="2750695"/>
            <a:ext cx="2743200" cy="2465883"/>
          </a:xfrm>
        </p:spPr>
        <p:txBody>
          <a:bodyPr rtlCol="0">
            <a:normAutofit/>
          </a:bodyPr>
          <a:lstStyle>
            <a:lvl1pPr marL="0" indent="0" algn="ctr">
              <a:buFont typeface="Arial" panose="020B0604020202020204" pitchFamily="34" charset="0"/>
              <a:buNone/>
              <a:defRPr sz="1400">
                <a:solidFill>
                  <a:schemeClr val="tx1"/>
                </a:solidFill>
              </a:defRPr>
            </a:lvl1pPr>
          </a:lstStyle>
          <a:p>
            <a:pPr lvl="0" rtl="0"/>
            <a:r>
              <a:rPr lang="pl-PL" noProof="0"/>
              <a:t>Kliknij, aby dodać tekst</a:t>
            </a:r>
          </a:p>
        </p:txBody>
      </p:sp>
      <p:sp>
        <p:nvSpPr>
          <p:cNvPr id="4" name="Stopka — symbol zastępczy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lvl1pPr>
              <a:defRPr>
                <a:solidFill>
                  <a:schemeClr val="bg1"/>
                </a:solidFill>
              </a:defRPr>
            </a:lvl1pPr>
          </a:lstStyle>
          <a:p>
            <a:pPr rtl="0"/>
            <a:r>
              <a:rPr lang="pl-PL" noProof="0"/>
              <a:t>Tytuł prezentacji</a:t>
            </a:r>
          </a:p>
        </p:txBody>
      </p:sp>
      <p:sp>
        <p:nvSpPr>
          <p:cNvPr id="20" name="Tekst — symbol zastępczy 15">
            <a:extLst>
              <a:ext uri="{FF2B5EF4-FFF2-40B4-BE49-F238E27FC236}">
                <a16:creationId xmlns:a16="http://schemas.microsoft.com/office/drawing/2014/main" id="{D904408A-D9CD-40EC-A60A-5AFD4501F7B0}"/>
              </a:ext>
            </a:extLst>
          </p:cNvPr>
          <p:cNvSpPr>
            <a:spLocks noGrp="1"/>
          </p:cNvSpPr>
          <p:nvPr>
            <p:ph type="body" sz="quarter" idx="26" hasCustomPrompt="1"/>
          </p:nvPr>
        </p:nvSpPr>
        <p:spPr>
          <a:xfrm>
            <a:off x="8148764" y="1696389"/>
            <a:ext cx="3209544" cy="3648456"/>
          </a:xfrm>
          <a:solidFill>
            <a:schemeClr val="bg1"/>
          </a:solidFill>
          <a:ln w="12700">
            <a:solidFill>
              <a:schemeClr val="tx2">
                <a:lumMod val="20000"/>
                <a:lumOff val="80000"/>
              </a:schemeClr>
            </a:solidFill>
          </a:ln>
        </p:spPr>
        <p:txBody>
          <a:bodyPr tIns="457200" rtlCol="0">
            <a:noAutofit/>
          </a:bodyPr>
          <a:lstStyle>
            <a:lvl1pPr marL="0" indent="0" algn="ctr">
              <a:buNone/>
              <a:defRPr sz="3200" b="0">
                <a:solidFill>
                  <a:schemeClr val="accent4"/>
                </a:solidFill>
                <a:latin typeface="Times New Roman" panose="02020603050405020304" pitchFamily="18" charset="0"/>
              </a:defRPr>
            </a:lvl1pPr>
          </a:lstStyle>
          <a:p>
            <a:pPr lvl="0" rtl="0"/>
            <a:r>
              <a:rPr lang="pl-PL" noProof="0"/>
              <a:t>Podtytuł</a:t>
            </a:r>
          </a:p>
        </p:txBody>
      </p:sp>
      <p:sp>
        <p:nvSpPr>
          <p:cNvPr id="21" name="Tekst — symbol zastępczy 18">
            <a:extLst>
              <a:ext uri="{FF2B5EF4-FFF2-40B4-BE49-F238E27FC236}">
                <a16:creationId xmlns:a16="http://schemas.microsoft.com/office/drawing/2014/main" id="{F6FD60C1-21C4-4DFB-A5A9-717DE2A98BA9}"/>
              </a:ext>
            </a:extLst>
          </p:cNvPr>
          <p:cNvSpPr>
            <a:spLocks noGrp="1"/>
          </p:cNvSpPr>
          <p:nvPr>
            <p:ph type="body" sz="quarter" idx="27" hasCustomPrompt="1"/>
          </p:nvPr>
        </p:nvSpPr>
        <p:spPr>
          <a:xfrm>
            <a:off x="8377130" y="2750695"/>
            <a:ext cx="2743200" cy="2465883"/>
          </a:xfrm>
        </p:spPr>
        <p:txBody>
          <a:bodyPr rtlCol="0">
            <a:normAutofit/>
          </a:bodyPr>
          <a:lstStyle>
            <a:lvl1pPr marL="0" indent="0" algn="ctr">
              <a:buFont typeface="Arial" panose="020B0604020202020204" pitchFamily="34" charset="0"/>
              <a:buNone/>
              <a:defRPr sz="1400">
                <a:solidFill>
                  <a:schemeClr val="tx1"/>
                </a:solidFill>
              </a:defRPr>
            </a:lvl1pPr>
          </a:lstStyle>
          <a:p>
            <a:pPr lvl="0" rtl="0"/>
            <a:r>
              <a:rPr lang="pl-PL" noProof="0"/>
              <a:t>Kliknij, aby dodać tekst</a:t>
            </a:r>
          </a:p>
        </p:txBody>
      </p:sp>
      <p:sp>
        <p:nvSpPr>
          <p:cNvPr id="5" name="Numer slajdu — symbol zastępczy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lvl1pPr>
              <a:defRPr>
                <a:solidFill>
                  <a:schemeClr val="bg1"/>
                </a:solidFill>
              </a:defRPr>
            </a:lvl1pPr>
          </a:lstStyle>
          <a:p>
            <a:pPr rtl="0"/>
            <a:fld id="{B5CEABB6-07DC-46E8-9B57-56EC44A396E5}" type="slidenum">
              <a:rPr lang="pl-PL" noProof="0" smtClean="0"/>
              <a:pPr rtl="0"/>
              <a:t>‹#›</a:t>
            </a:fld>
            <a:endParaRPr lang="pl-PL" noProof="0"/>
          </a:p>
        </p:txBody>
      </p:sp>
    </p:spTree>
    <p:extLst>
      <p:ext uri="{BB962C8B-B14F-4D97-AF65-F5344CB8AC3E}">
        <p14:creationId xmlns:p14="http://schemas.microsoft.com/office/powerpoint/2010/main" val="3072585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orównanie rynkowe">
    <p:spTree>
      <p:nvGrpSpPr>
        <p:cNvPr id="1" name=""/>
        <p:cNvGrpSpPr/>
        <p:nvPr/>
      </p:nvGrpSpPr>
      <p:grpSpPr>
        <a:xfrm>
          <a:off x="0" y="0"/>
          <a:ext cx="0" cy="0"/>
          <a:chOff x="0" y="0"/>
          <a:chExt cx="0" cy="0"/>
        </a:xfrm>
      </p:grpSpPr>
      <p:sp>
        <p:nvSpPr>
          <p:cNvPr id="16" name="Tekst — symbol zastępczy 3">
            <a:extLst>
              <a:ext uri="{FF2B5EF4-FFF2-40B4-BE49-F238E27FC236}">
                <a16:creationId xmlns:a16="http://schemas.microsoft.com/office/drawing/2014/main" id="{3A5BA28D-2313-499F-93AB-7C86B0305709}"/>
              </a:ext>
            </a:extLst>
          </p:cNvPr>
          <p:cNvSpPr>
            <a:spLocks noGrp="1"/>
          </p:cNvSpPr>
          <p:nvPr>
            <p:ph type="body" sz="quarter" idx="30" hasCustomPrompt="1"/>
          </p:nvPr>
        </p:nvSpPr>
        <p:spPr>
          <a:xfrm>
            <a:off x="2466593" y="2207455"/>
            <a:ext cx="1351811" cy="1097280"/>
          </a:xfrm>
          <a:prstGeom prst="rect">
            <a:avLst/>
          </a:prstGeom>
          <a:noFill/>
          <a:ln>
            <a:solidFill>
              <a:schemeClr val="accent2"/>
            </a:solidFill>
          </a:ln>
        </p:spPr>
        <p:txBody>
          <a:bodyPr rtlCol="0" anchor="ctr" anchorCtr="1">
            <a:normAutofit/>
          </a:bodyPr>
          <a:lstStyle>
            <a:lvl1pPr marL="0" indent="0" algn="ctr">
              <a:spcBef>
                <a:spcPts val="0"/>
              </a:spcBef>
              <a:spcAft>
                <a:spcPts val="0"/>
              </a:spcAft>
              <a:buNone/>
              <a:defRPr sz="4000">
                <a:solidFill>
                  <a:schemeClr val="accent1"/>
                </a:solidFill>
                <a:latin typeface="Times New Roman" panose="02020603050405020304" pitchFamily="18" charset="0"/>
              </a:defRPr>
            </a:lvl1pPr>
            <a:lvl2pPr marL="266700" indent="0">
              <a:buNone/>
              <a:defRPr/>
            </a:lvl2pPr>
            <a:lvl3pPr marL="542925" indent="0">
              <a:buNone/>
              <a:defRPr/>
            </a:lvl3pPr>
            <a:lvl4pPr marL="809625" indent="0">
              <a:buNone/>
              <a:defRPr/>
            </a:lvl4pPr>
            <a:lvl5pPr marL="1076325" indent="0">
              <a:buNone/>
              <a:defRPr/>
            </a:lvl5pPr>
          </a:lstStyle>
          <a:p>
            <a:pPr lvl="0" rtl="0"/>
            <a:r>
              <a:rPr lang="pl-PL" noProof="0"/>
              <a:t>1</a:t>
            </a:r>
          </a:p>
        </p:txBody>
      </p:sp>
      <p:sp>
        <p:nvSpPr>
          <p:cNvPr id="22" name="Tekst — symbol zastępczy 3">
            <a:extLst>
              <a:ext uri="{FF2B5EF4-FFF2-40B4-BE49-F238E27FC236}">
                <a16:creationId xmlns:a16="http://schemas.microsoft.com/office/drawing/2014/main" id="{98516B14-EF29-444F-82DA-19F5011C7DD4}"/>
              </a:ext>
            </a:extLst>
          </p:cNvPr>
          <p:cNvSpPr>
            <a:spLocks noGrp="1"/>
          </p:cNvSpPr>
          <p:nvPr>
            <p:ph type="body" sz="quarter" idx="34" hasCustomPrompt="1"/>
          </p:nvPr>
        </p:nvSpPr>
        <p:spPr>
          <a:xfrm>
            <a:off x="2466592" y="3559605"/>
            <a:ext cx="1353313" cy="1097280"/>
          </a:xfrm>
          <a:prstGeom prst="rect">
            <a:avLst/>
          </a:prstGeom>
          <a:noFill/>
          <a:ln>
            <a:solidFill>
              <a:schemeClr val="accent2"/>
            </a:solidFill>
          </a:ln>
        </p:spPr>
        <p:txBody>
          <a:bodyPr rtlCol="0" anchor="ctr" anchorCtr="1">
            <a:normAutofit/>
          </a:bodyPr>
          <a:lstStyle>
            <a:lvl1pPr marL="0" indent="0" algn="ctr">
              <a:spcBef>
                <a:spcPts val="0"/>
              </a:spcBef>
              <a:spcAft>
                <a:spcPts val="0"/>
              </a:spcAft>
              <a:buNone/>
              <a:defRPr sz="4000">
                <a:solidFill>
                  <a:schemeClr val="accent1"/>
                </a:solidFill>
                <a:latin typeface="Times New Roman" panose="02020603050405020304" pitchFamily="18" charset="0"/>
              </a:defRPr>
            </a:lvl1pPr>
            <a:lvl2pPr marL="266700" indent="0">
              <a:buNone/>
              <a:defRPr/>
            </a:lvl2pPr>
            <a:lvl3pPr marL="542925" indent="0">
              <a:buNone/>
              <a:defRPr/>
            </a:lvl3pPr>
            <a:lvl4pPr marL="809625" indent="0">
              <a:buNone/>
              <a:defRPr/>
            </a:lvl4pPr>
            <a:lvl5pPr marL="1076325" indent="0">
              <a:buNone/>
              <a:defRPr/>
            </a:lvl5pPr>
          </a:lstStyle>
          <a:p>
            <a:pPr lvl="0" rtl="0"/>
            <a:r>
              <a:rPr lang="pl-PL" noProof="0"/>
              <a:t>2</a:t>
            </a:r>
          </a:p>
        </p:txBody>
      </p:sp>
      <p:sp>
        <p:nvSpPr>
          <p:cNvPr id="23" name="Tekst — symbol zastępczy 3">
            <a:extLst>
              <a:ext uri="{FF2B5EF4-FFF2-40B4-BE49-F238E27FC236}">
                <a16:creationId xmlns:a16="http://schemas.microsoft.com/office/drawing/2014/main" id="{BFDD67D8-D69E-405B-825C-A9AF88C1A80A}"/>
              </a:ext>
            </a:extLst>
          </p:cNvPr>
          <p:cNvSpPr>
            <a:spLocks noGrp="1"/>
          </p:cNvSpPr>
          <p:nvPr>
            <p:ph type="body" sz="quarter" idx="35" hasCustomPrompt="1"/>
          </p:nvPr>
        </p:nvSpPr>
        <p:spPr>
          <a:xfrm>
            <a:off x="2466592" y="4905756"/>
            <a:ext cx="1353314" cy="1097280"/>
          </a:xfrm>
          <a:prstGeom prst="rect">
            <a:avLst/>
          </a:prstGeom>
          <a:noFill/>
          <a:ln>
            <a:solidFill>
              <a:schemeClr val="accent2"/>
            </a:solidFill>
          </a:ln>
        </p:spPr>
        <p:txBody>
          <a:bodyPr rtlCol="0" anchor="ctr" anchorCtr="1">
            <a:normAutofit/>
          </a:bodyPr>
          <a:lstStyle>
            <a:lvl1pPr marL="0" indent="0" algn="ctr">
              <a:spcBef>
                <a:spcPts val="0"/>
              </a:spcBef>
              <a:spcAft>
                <a:spcPts val="0"/>
              </a:spcAft>
              <a:buNone/>
              <a:defRPr sz="4000">
                <a:solidFill>
                  <a:schemeClr val="accent1"/>
                </a:solidFill>
                <a:latin typeface="Times New Roman" panose="02020603050405020304" pitchFamily="18" charset="0"/>
              </a:defRPr>
            </a:lvl1pPr>
            <a:lvl2pPr marL="266700" indent="0">
              <a:buNone/>
              <a:defRPr/>
            </a:lvl2pPr>
            <a:lvl3pPr marL="542925" indent="0">
              <a:buNone/>
              <a:defRPr/>
            </a:lvl3pPr>
            <a:lvl4pPr marL="809625" indent="0">
              <a:buNone/>
              <a:defRPr/>
            </a:lvl4pPr>
            <a:lvl5pPr marL="1076325" indent="0">
              <a:buNone/>
              <a:defRPr/>
            </a:lvl5pPr>
          </a:lstStyle>
          <a:p>
            <a:pPr lvl="0" rtl="0"/>
            <a:r>
              <a:rPr lang="pl-PL" noProof="0"/>
              <a:t>3</a:t>
            </a:r>
          </a:p>
        </p:txBody>
      </p:sp>
      <p:sp>
        <p:nvSpPr>
          <p:cNvPr id="2" name="Tytuł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lgn="ctr">
              <a:defRPr>
                <a:solidFill>
                  <a:schemeClr val="tx1">
                    <a:lumMod val="50000"/>
                    <a:lumOff val="50000"/>
                  </a:schemeClr>
                </a:solidFill>
              </a:defRPr>
            </a:lvl1pPr>
          </a:lstStyle>
          <a:p>
            <a:pPr rtl="0"/>
            <a:r>
              <a:rPr lang="pl-PL" noProof="0"/>
              <a:t>Kliknij, aby edytować styl wzorca tytułu</a:t>
            </a:r>
          </a:p>
        </p:txBody>
      </p:sp>
      <p:sp>
        <p:nvSpPr>
          <p:cNvPr id="9" name="Obraz — symbol zastępczy 8">
            <a:extLst>
              <a:ext uri="{FF2B5EF4-FFF2-40B4-BE49-F238E27FC236}">
                <a16:creationId xmlns:a16="http://schemas.microsoft.com/office/drawing/2014/main" id="{E3354A33-C884-44F0-A320-DF2EBA500D10}"/>
              </a:ext>
            </a:extLst>
          </p:cNvPr>
          <p:cNvSpPr>
            <a:spLocks noGrp="1"/>
          </p:cNvSpPr>
          <p:nvPr>
            <p:ph type="pic" sz="quarter" idx="36"/>
          </p:nvPr>
        </p:nvSpPr>
        <p:spPr>
          <a:xfrm>
            <a:off x="1371600" y="2202883"/>
            <a:ext cx="1106424" cy="1106424"/>
          </a:xfrm>
          <a:solidFill>
            <a:schemeClr val="accent6"/>
          </a:solidFill>
        </p:spPr>
        <p:txBody>
          <a:bodyPr rtlCol="0">
            <a:normAutofit/>
          </a:bodyPr>
          <a:lstStyle>
            <a:lvl1pPr>
              <a:defRPr sz="1600"/>
            </a:lvl1pPr>
          </a:lstStyle>
          <a:p>
            <a:pPr rtl="0"/>
            <a:r>
              <a:rPr lang="pl-PL" noProof="0"/>
              <a:t>Kliknij ikonę, aby dodać obraz</a:t>
            </a:r>
          </a:p>
        </p:txBody>
      </p:sp>
      <p:sp>
        <p:nvSpPr>
          <p:cNvPr id="28" name="Obraz — symbol zastępczy 8">
            <a:extLst>
              <a:ext uri="{FF2B5EF4-FFF2-40B4-BE49-F238E27FC236}">
                <a16:creationId xmlns:a16="http://schemas.microsoft.com/office/drawing/2014/main" id="{7AF29B8F-D39A-4F3A-909A-9D298FB7224E}"/>
              </a:ext>
            </a:extLst>
          </p:cNvPr>
          <p:cNvSpPr>
            <a:spLocks noGrp="1"/>
          </p:cNvSpPr>
          <p:nvPr>
            <p:ph type="pic" sz="quarter" idx="39"/>
          </p:nvPr>
        </p:nvSpPr>
        <p:spPr>
          <a:xfrm>
            <a:off x="1371600" y="3555033"/>
            <a:ext cx="1106424" cy="1106424"/>
          </a:xfrm>
          <a:solidFill>
            <a:schemeClr val="accent6"/>
          </a:solidFill>
        </p:spPr>
        <p:txBody>
          <a:bodyPr rtlCol="0">
            <a:normAutofit/>
          </a:bodyPr>
          <a:lstStyle>
            <a:lvl1pPr>
              <a:defRPr sz="1600"/>
            </a:lvl1pPr>
          </a:lstStyle>
          <a:p>
            <a:pPr rtl="0"/>
            <a:r>
              <a:rPr lang="pl-PL" noProof="0"/>
              <a:t>Kliknij ikonę, aby dodać obraz</a:t>
            </a:r>
          </a:p>
        </p:txBody>
      </p:sp>
      <p:sp>
        <p:nvSpPr>
          <p:cNvPr id="31" name="Obraz — symbol zastępczy 8">
            <a:extLst>
              <a:ext uri="{FF2B5EF4-FFF2-40B4-BE49-F238E27FC236}">
                <a16:creationId xmlns:a16="http://schemas.microsoft.com/office/drawing/2014/main" id="{83A1C8AA-5F7D-4C12-9724-97F4B72D8A78}"/>
              </a:ext>
            </a:extLst>
          </p:cNvPr>
          <p:cNvSpPr>
            <a:spLocks noGrp="1"/>
          </p:cNvSpPr>
          <p:nvPr>
            <p:ph type="pic" sz="quarter" idx="42"/>
          </p:nvPr>
        </p:nvSpPr>
        <p:spPr>
          <a:xfrm>
            <a:off x="1371600" y="4901184"/>
            <a:ext cx="1106424" cy="1106424"/>
          </a:xfrm>
          <a:solidFill>
            <a:schemeClr val="accent6"/>
          </a:solidFill>
        </p:spPr>
        <p:txBody>
          <a:bodyPr rtlCol="0">
            <a:normAutofit/>
          </a:bodyPr>
          <a:lstStyle>
            <a:lvl1pPr>
              <a:defRPr sz="1600"/>
            </a:lvl1pPr>
          </a:lstStyle>
          <a:p>
            <a:pPr rtl="0"/>
            <a:r>
              <a:rPr lang="pl-PL" noProof="0"/>
              <a:t>Kliknij ikonę, aby dodać obraz</a:t>
            </a:r>
          </a:p>
        </p:txBody>
      </p:sp>
      <p:sp>
        <p:nvSpPr>
          <p:cNvPr id="14" name="Tekst — symbol zastępczy 9">
            <a:extLst>
              <a:ext uri="{FF2B5EF4-FFF2-40B4-BE49-F238E27FC236}">
                <a16:creationId xmlns:a16="http://schemas.microsoft.com/office/drawing/2014/main" id="{19BE8230-B656-44E2-9319-E1464125040B}"/>
              </a:ext>
            </a:extLst>
          </p:cNvPr>
          <p:cNvSpPr>
            <a:spLocks noGrp="1"/>
          </p:cNvSpPr>
          <p:nvPr>
            <p:ph type="body" sz="quarter" idx="28" hasCustomPrompt="1"/>
          </p:nvPr>
        </p:nvSpPr>
        <p:spPr>
          <a:xfrm>
            <a:off x="3813048" y="2207455"/>
            <a:ext cx="3657600" cy="1097280"/>
          </a:xfrm>
          <a:prstGeom prst="rect">
            <a:avLst/>
          </a:prstGeom>
          <a:solidFill>
            <a:schemeClr val="accent3"/>
          </a:solidFill>
          <a:ln>
            <a:solidFill>
              <a:schemeClr val="accent3"/>
            </a:solidFill>
          </a:ln>
        </p:spPr>
        <p:txBody>
          <a:bodyPr vert="horz" lIns="0" tIns="0" rIns="0" bIns="0" rtlCol="0" anchor="ctr">
            <a:noAutofit/>
          </a:bodyPr>
          <a:lstStyle>
            <a:lvl1pPr marL="0" indent="0" algn="ctr">
              <a:buNone/>
              <a:defRPr lang="en-ZA" sz="1800" dirty="0">
                <a:solidFill>
                  <a:schemeClr val="tx1"/>
                </a:solidFill>
              </a:defRPr>
            </a:lvl1pPr>
          </a:lstStyle>
          <a:p>
            <a:pPr marL="266700" lvl="0" indent="-266700" algn="ctr" rtl="0"/>
            <a:r>
              <a:rPr lang="pl-PL" noProof="0"/>
              <a:t>Nagłówek sekcji</a:t>
            </a:r>
          </a:p>
        </p:txBody>
      </p:sp>
      <p:sp>
        <p:nvSpPr>
          <p:cNvPr id="24" name="Tekst — symbol zastępczy 9">
            <a:extLst>
              <a:ext uri="{FF2B5EF4-FFF2-40B4-BE49-F238E27FC236}">
                <a16:creationId xmlns:a16="http://schemas.microsoft.com/office/drawing/2014/main" id="{4ADD189D-5EFF-456A-9AEB-E8DB34527420}"/>
              </a:ext>
            </a:extLst>
          </p:cNvPr>
          <p:cNvSpPr>
            <a:spLocks noGrp="1"/>
          </p:cNvSpPr>
          <p:nvPr>
            <p:ph type="body" sz="quarter" idx="37" hasCustomPrompt="1"/>
          </p:nvPr>
        </p:nvSpPr>
        <p:spPr>
          <a:xfrm>
            <a:off x="3813048" y="3559605"/>
            <a:ext cx="3657600" cy="1097280"/>
          </a:xfrm>
          <a:prstGeom prst="rect">
            <a:avLst/>
          </a:prstGeom>
          <a:solidFill>
            <a:schemeClr val="accent3"/>
          </a:solidFill>
          <a:ln>
            <a:solidFill>
              <a:schemeClr val="accent3"/>
            </a:solidFill>
          </a:ln>
        </p:spPr>
        <p:txBody>
          <a:bodyPr vert="horz" lIns="0" tIns="0" rIns="0" bIns="0" rtlCol="0" anchor="ctr">
            <a:noAutofit/>
          </a:bodyPr>
          <a:lstStyle>
            <a:lvl1pPr marL="0" indent="0" algn="ctr">
              <a:buNone/>
              <a:defRPr lang="en-ZA" sz="1800" dirty="0">
                <a:solidFill>
                  <a:schemeClr val="tx1"/>
                </a:solidFill>
              </a:defRPr>
            </a:lvl1pPr>
          </a:lstStyle>
          <a:p>
            <a:pPr marL="266700" lvl="0" indent="-266700" algn="ctr" rtl="0"/>
            <a:r>
              <a:rPr lang="pl-PL" noProof="0"/>
              <a:t>Nagłówek sekcji</a:t>
            </a:r>
          </a:p>
        </p:txBody>
      </p:sp>
      <p:sp>
        <p:nvSpPr>
          <p:cNvPr id="29" name="Tekst — symbol zastępczy 9">
            <a:extLst>
              <a:ext uri="{FF2B5EF4-FFF2-40B4-BE49-F238E27FC236}">
                <a16:creationId xmlns:a16="http://schemas.microsoft.com/office/drawing/2014/main" id="{53862BA6-E42C-4C58-871B-8705122D6689}"/>
              </a:ext>
            </a:extLst>
          </p:cNvPr>
          <p:cNvSpPr>
            <a:spLocks noGrp="1"/>
          </p:cNvSpPr>
          <p:nvPr>
            <p:ph type="body" sz="quarter" idx="40" hasCustomPrompt="1"/>
          </p:nvPr>
        </p:nvSpPr>
        <p:spPr>
          <a:xfrm>
            <a:off x="3813048" y="4905756"/>
            <a:ext cx="3657600" cy="1097280"/>
          </a:xfrm>
          <a:prstGeom prst="rect">
            <a:avLst/>
          </a:prstGeom>
          <a:solidFill>
            <a:schemeClr val="accent3"/>
          </a:solidFill>
          <a:ln>
            <a:solidFill>
              <a:schemeClr val="accent3"/>
            </a:solidFill>
          </a:ln>
        </p:spPr>
        <p:txBody>
          <a:bodyPr vert="horz" lIns="0" tIns="0" rIns="0" bIns="0" rtlCol="0" anchor="ctr">
            <a:noAutofit/>
          </a:bodyPr>
          <a:lstStyle>
            <a:lvl1pPr marL="0" indent="0" algn="ctr">
              <a:buNone/>
              <a:defRPr lang="en-ZA" sz="1800" dirty="0">
                <a:solidFill>
                  <a:schemeClr val="tx1"/>
                </a:solidFill>
              </a:defRPr>
            </a:lvl1pPr>
          </a:lstStyle>
          <a:p>
            <a:pPr marL="266700" lvl="0" indent="-266700" algn="ctr" rtl="0"/>
            <a:r>
              <a:rPr lang="pl-PL" noProof="0"/>
              <a:t>Nagłówek sekcji</a:t>
            </a:r>
          </a:p>
        </p:txBody>
      </p:sp>
      <p:sp>
        <p:nvSpPr>
          <p:cNvPr id="19" name="Zawartość — symbol zastępczy 3">
            <a:extLst>
              <a:ext uri="{FF2B5EF4-FFF2-40B4-BE49-F238E27FC236}">
                <a16:creationId xmlns:a16="http://schemas.microsoft.com/office/drawing/2014/main" id="{B1F9D630-F36F-43B5-B6A8-62245E084CAB}"/>
              </a:ext>
            </a:extLst>
          </p:cNvPr>
          <p:cNvSpPr>
            <a:spLocks noGrp="1"/>
          </p:cNvSpPr>
          <p:nvPr>
            <p:ph sz="half" idx="2" hasCustomPrompt="1"/>
          </p:nvPr>
        </p:nvSpPr>
        <p:spPr>
          <a:xfrm>
            <a:off x="7470648" y="2207455"/>
            <a:ext cx="3657600" cy="1097280"/>
          </a:xfrm>
          <a:solidFill>
            <a:schemeClr val="accent3">
              <a:alpha val="50000"/>
            </a:schemeClr>
          </a:solidFill>
          <a:ln>
            <a:solidFill>
              <a:schemeClr val="accent3">
                <a:alpha val="50000"/>
              </a:schemeClr>
            </a:solidFill>
          </a:ln>
        </p:spPr>
        <p:txBody>
          <a:bodyPr rtlCol="0" anchor="ctr" anchorCtr="0">
            <a:normAutofit/>
          </a:bodyPr>
          <a:lstStyle>
            <a:lvl1pPr marL="0" indent="0" algn="ctr">
              <a:buFont typeface="Arial" panose="020B0604020202020204" pitchFamily="34" charset="0"/>
              <a:buNone/>
              <a:defRPr sz="1800">
                <a:solidFill>
                  <a:schemeClr val="tx1">
                    <a:lumMod val="85000"/>
                    <a:lumOff val="15000"/>
                  </a:schemeClr>
                </a:solidFill>
              </a:defRPr>
            </a:lvl1pPr>
          </a:lstStyle>
          <a:p>
            <a:pPr lvl="0" rtl="0"/>
            <a:r>
              <a:rPr lang="pl-PL" noProof="0"/>
              <a:t>Opis sekcji</a:t>
            </a:r>
          </a:p>
        </p:txBody>
      </p:sp>
      <p:sp>
        <p:nvSpPr>
          <p:cNvPr id="27" name="Zawartość — symbol zastępczy 3">
            <a:extLst>
              <a:ext uri="{FF2B5EF4-FFF2-40B4-BE49-F238E27FC236}">
                <a16:creationId xmlns:a16="http://schemas.microsoft.com/office/drawing/2014/main" id="{C670C5D6-AD2E-415C-BAFE-A8239C15159E}"/>
              </a:ext>
            </a:extLst>
          </p:cNvPr>
          <p:cNvSpPr>
            <a:spLocks noGrp="1"/>
          </p:cNvSpPr>
          <p:nvPr>
            <p:ph sz="half" idx="38" hasCustomPrompt="1"/>
          </p:nvPr>
        </p:nvSpPr>
        <p:spPr>
          <a:xfrm>
            <a:off x="7470648" y="3559605"/>
            <a:ext cx="3657600" cy="1097280"/>
          </a:xfrm>
          <a:solidFill>
            <a:schemeClr val="accent3">
              <a:alpha val="50000"/>
            </a:schemeClr>
          </a:solidFill>
          <a:ln>
            <a:solidFill>
              <a:schemeClr val="accent3">
                <a:alpha val="50000"/>
              </a:schemeClr>
            </a:solidFill>
          </a:ln>
        </p:spPr>
        <p:txBody>
          <a:bodyPr rtlCol="0" anchor="ctr" anchorCtr="0">
            <a:normAutofit/>
          </a:bodyPr>
          <a:lstStyle>
            <a:lvl1pPr marL="0" indent="0" algn="ctr">
              <a:buFont typeface="Arial" panose="020B0604020202020204" pitchFamily="34" charset="0"/>
              <a:buNone/>
              <a:defRPr sz="1800">
                <a:solidFill>
                  <a:schemeClr val="tx1">
                    <a:lumMod val="85000"/>
                    <a:lumOff val="15000"/>
                  </a:schemeClr>
                </a:solidFill>
              </a:defRPr>
            </a:lvl1pPr>
          </a:lstStyle>
          <a:p>
            <a:pPr lvl="0" rtl="0"/>
            <a:r>
              <a:rPr lang="pl-PL" noProof="0"/>
              <a:t>Opis sekcji</a:t>
            </a:r>
          </a:p>
        </p:txBody>
      </p:sp>
      <p:sp>
        <p:nvSpPr>
          <p:cNvPr id="30" name="Zawartość — symbol zastępczy 3">
            <a:extLst>
              <a:ext uri="{FF2B5EF4-FFF2-40B4-BE49-F238E27FC236}">
                <a16:creationId xmlns:a16="http://schemas.microsoft.com/office/drawing/2014/main" id="{26DDBF97-B5FA-415C-9E0D-A4A556C40805}"/>
              </a:ext>
            </a:extLst>
          </p:cNvPr>
          <p:cNvSpPr>
            <a:spLocks noGrp="1"/>
          </p:cNvSpPr>
          <p:nvPr>
            <p:ph sz="half" idx="41" hasCustomPrompt="1"/>
          </p:nvPr>
        </p:nvSpPr>
        <p:spPr>
          <a:xfrm>
            <a:off x="7470648" y="4905756"/>
            <a:ext cx="3657600" cy="1097280"/>
          </a:xfrm>
          <a:solidFill>
            <a:schemeClr val="accent3">
              <a:alpha val="50000"/>
            </a:schemeClr>
          </a:solidFill>
          <a:ln>
            <a:solidFill>
              <a:schemeClr val="accent3">
                <a:alpha val="50000"/>
              </a:schemeClr>
            </a:solidFill>
          </a:ln>
        </p:spPr>
        <p:txBody>
          <a:bodyPr rtlCol="0" anchor="ctr" anchorCtr="0">
            <a:normAutofit/>
          </a:bodyPr>
          <a:lstStyle>
            <a:lvl1pPr marL="0" indent="0" algn="ctr">
              <a:buFont typeface="Arial" panose="020B0604020202020204" pitchFamily="34" charset="0"/>
              <a:buNone/>
              <a:defRPr sz="1800">
                <a:solidFill>
                  <a:schemeClr val="tx1">
                    <a:lumMod val="85000"/>
                    <a:lumOff val="15000"/>
                  </a:schemeClr>
                </a:solidFill>
              </a:defRPr>
            </a:lvl1pPr>
          </a:lstStyle>
          <a:p>
            <a:pPr lvl="0" rtl="0"/>
            <a:r>
              <a:rPr lang="pl-PL" noProof="0"/>
              <a:t>Opis sekcji</a:t>
            </a:r>
          </a:p>
        </p:txBody>
      </p:sp>
      <p:sp>
        <p:nvSpPr>
          <p:cNvPr id="17" name="Data — symbol zastępczy 1">
            <a:extLst>
              <a:ext uri="{FF2B5EF4-FFF2-40B4-BE49-F238E27FC236}">
                <a16:creationId xmlns:a16="http://schemas.microsoft.com/office/drawing/2014/main" id="{8408DD66-4FD2-41B2-AD2E-24ADA0398198}"/>
              </a:ext>
            </a:extLst>
          </p:cNvPr>
          <p:cNvSpPr>
            <a:spLocks noGrp="1"/>
          </p:cNvSpPr>
          <p:nvPr>
            <p:ph type="dt" sz="half" idx="43"/>
          </p:nvPr>
        </p:nvSpPr>
        <p:spPr>
          <a:xfrm>
            <a:off x="838200" y="6356350"/>
            <a:ext cx="2743200" cy="365125"/>
          </a:xfrm>
        </p:spPr>
        <p:txBody>
          <a:bodyPr rtlCol="0"/>
          <a:lstStyle/>
          <a:p>
            <a:pPr rtl="0"/>
            <a:r>
              <a:rPr lang="pl-PL" noProof="0"/>
              <a:t>20XX</a:t>
            </a:r>
          </a:p>
        </p:txBody>
      </p:sp>
      <p:sp>
        <p:nvSpPr>
          <p:cNvPr id="6" name="Stopka — symbol zastępczy 5">
            <a:extLst>
              <a:ext uri="{FF2B5EF4-FFF2-40B4-BE49-F238E27FC236}">
                <a16:creationId xmlns:a16="http://schemas.microsoft.com/office/drawing/2014/main" id="{29E5E346-F307-4307-949D-77CDB6E6577A}"/>
              </a:ext>
            </a:extLst>
          </p:cNvPr>
          <p:cNvSpPr>
            <a:spLocks noGrp="1"/>
          </p:cNvSpPr>
          <p:nvPr>
            <p:ph type="ftr" sz="quarter" idx="10"/>
          </p:nvPr>
        </p:nvSpPr>
        <p:spPr/>
        <p:txBody>
          <a:bodyPr rtlCol="0"/>
          <a:lstStyle>
            <a:lvl1pPr>
              <a:defRPr>
                <a:solidFill>
                  <a:schemeClr val="tx1">
                    <a:lumMod val="75000"/>
                    <a:lumOff val="25000"/>
                  </a:schemeClr>
                </a:solidFill>
              </a:defRPr>
            </a:lvl1pPr>
          </a:lstStyle>
          <a:p>
            <a:pPr rtl="0"/>
            <a:r>
              <a:rPr lang="pl-PL" noProof="0"/>
              <a:t>Tytuł prezentacji</a:t>
            </a:r>
          </a:p>
        </p:txBody>
      </p:sp>
      <p:sp>
        <p:nvSpPr>
          <p:cNvPr id="7" name="Numer slajdu — symbol zastępczy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rtlCol="0"/>
          <a:lstStyle>
            <a:lvl1pPr>
              <a:defRPr>
                <a:solidFill>
                  <a:schemeClr val="tx1">
                    <a:lumMod val="75000"/>
                    <a:lumOff val="25000"/>
                  </a:schemeClr>
                </a:solidFill>
              </a:defRPr>
            </a:lvl1pPr>
          </a:lstStyle>
          <a:p>
            <a:pPr rtl="0"/>
            <a:fld id="{19B51A1E-902D-48AF-9020-955120F399B6}" type="slidenum">
              <a:rPr lang="pl-PL" noProof="0" smtClean="0"/>
              <a:pPr rtl="0"/>
              <a:t>‹#›</a:t>
            </a:fld>
            <a:endParaRPr lang="pl-PL" noProof="0"/>
          </a:p>
        </p:txBody>
      </p:sp>
    </p:spTree>
    <p:extLst>
      <p:ext uri="{BB962C8B-B14F-4D97-AF65-F5344CB8AC3E}">
        <p14:creationId xmlns:p14="http://schemas.microsoft.com/office/powerpoint/2010/main" val="321540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wadrant">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lgn="ctr">
              <a:defRPr>
                <a:solidFill>
                  <a:schemeClr val="tx1">
                    <a:lumMod val="50000"/>
                    <a:lumOff val="50000"/>
                  </a:schemeClr>
                </a:solidFill>
              </a:defRPr>
            </a:lvl1pPr>
          </a:lstStyle>
          <a:p>
            <a:pPr rtl="0"/>
            <a:r>
              <a:rPr lang="pl-PL" noProof="0"/>
              <a:t>Kliknij, aby edytować styl wzorca tytułu</a:t>
            </a:r>
          </a:p>
        </p:txBody>
      </p:sp>
      <p:sp>
        <p:nvSpPr>
          <p:cNvPr id="10" name="Tekst — symbol zastępczy 5">
            <a:extLst>
              <a:ext uri="{FF2B5EF4-FFF2-40B4-BE49-F238E27FC236}">
                <a16:creationId xmlns:a16="http://schemas.microsoft.com/office/drawing/2014/main" id="{6CD52AD9-4495-432B-B01C-26AAF0EAA89F}"/>
              </a:ext>
            </a:extLst>
          </p:cNvPr>
          <p:cNvSpPr>
            <a:spLocks noGrp="1"/>
          </p:cNvSpPr>
          <p:nvPr>
            <p:ph type="body" sz="quarter" idx="12" hasCustomPrompt="1"/>
          </p:nvPr>
        </p:nvSpPr>
        <p:spPr>
          <a:xfrm>
            <a:off x="4992992" y="2232908"/>
            <a:ext cx="2194560" cy="274320"/>
          </a:xfrm>
        </p:spPr>
        <p:txBody>
          <a:bodyPr rtlCol="0">
            <a:noAutofit/>
          </a:bodyPr>
          <a:lstStyle>
            <a:lvl1pPr marL="0" indent="0" algn="ctr">
              <a:buFont typeface="Arial" panose="020B0604020202020204" pitchFamily="34" charset="0"/>
              <a:buNone/>
              <a:defRPr sz="1200" b="1">
                <a:solidFill>
                  <a:schemeClr val="accent4"/>
                </a:solidFill>
              </a:defRPr>
            </a:lvl1pPr>
          </a:lstStyle>
          <a:p>
            <a:pPr lvl="0" rtl="0"/>
            <a:r>
              <a:rPr lang="pl-PL" noProof="0"/>
              <a:t>TYTUŁ ĆWIARTKI</a:t>
            </a:r>
          </a:p>
        </p:txBody>
      </p:sp>
      <p:sp>
        <p:nvSpPr>
          <p:cNvPr id="12" name="Tekst — symbol zastępczy 5">
            <a:extLst>
              <a:ext uri="{FF2B5EF4-FFF2-40B4-BE49-F238E27FC236}">
                <a16:creationId xmlns:a16="http://schemas.microsoft.com/office/drawing/2014/main" id="{AF9EB7E7-72B3-4FD3-B153-815A53CB1B7D}"/>
              </a:ext>
            </a:extLst>
          </p:cNvPr>
          <p:cNvSpPr>
            <a:spLocks noGrp="1"/>
          </p:cNvSpPr>
          <p:nvPr>
            <p:ph type="body" sz="quarter" idx="14" hasCustomPrompt="1"/>
          </p:nvPr>
        </p:nvSpPr>
        <p:spPr>
          <a:xfrm>
            <a:off x="708728" y="3494402"/>
            <a:ext cx="2194560" cy="274320"/>
          </a:xfrm>
        </p:spPr>
        <p:txBody>
          <a:bodyPr rtlCol="0">
            <a:noAutofit/>
          </a:bodyPr>
          <a:lstStyle>
            <a:lvl1pPr marL="0" indent="0" algn="l">
              <a:buFont typeface="Arial" panose="020B0604020202020204" pitchFamily="34" charset="0"/>
              <a:buNone/>
              <a:defRPr sz="1200" b="1">
                <a:solidFill>
                  <a:schemeClr val="accent4"/>
                </a:solidFill>
              </a:defRPr>
            </a:lvl1pPr>
          </a:lstStyle>
          <a:p>
            <a:pPr lvl="0" rtl="0"/>
            <a:r>
              <a:rPr lang="pl-PL" noProof="0"/>
              <a:t>TYTUŁ ĆWIARTKI</a:t>
            </a:r>
          </a:p>
        </p:txBody>
      </p:sp>
      <p:sp>
        <p:nvSpPr>
          <p:cNvPr id="13" name="Tekst — symbol zastępczy 5">
            <a:extLst>
              <a:ext uri="{FF2B5EF4-FFF2-40B4-BE49-F238E27FC236}">
                <a16:creationId xmlns:a16="http://schemas.microsoft.com/office/drawing/2014/main" id="{139AE34A-A4BE-43AA-9A69-9A18D5FC53D8}"/>
              </a:ext>
            </a:extLst>
          </p:cNvPr>
          <p:cNvSpPr>
            <a:spLocks noGrp="1"/>
          </p:cNvSpPr>
          <p:nvPr>
            <p:ph type="body" sz="quarter" idx="15" hasCustomPrompt="1"/>
          </p:nvPr>
        </p:nvSpPr>
        <p:spPr>
          <a:xfrm>
            <a:off x="9310732" y="3494402"/>
            <a:ext cx="2194560" cy="274320"/>
          </a:xfrm>
        </p:spPr>
        <p:txBody>
          <a:bodyPr rtlCol="0">
            <a:noAutofit/>
          </a:bodyPr>
          <a:lstStyle>
            <a:lvl1pPr marL="0" indent="0" algn="r">
              <a:buFont typeface="Arial" panose="020B0604020202020204" pitchFamily="34" charset="0"/>
              <a:buNone/>
              <a:defRPr sz="1200" b="1">
                <a:solidFill>
                  <a:schemeClr val="accent4"/>
                </a:solidFill>
              </a:defRPr>
            </a:lvl1pPr>
          </a:lstStyle>
          <a:p>
            <a:pPr lvl="0" rtl="0"/>
            <a:r>
              <a:rPr lang="pl-PL" noProof="0"/>
              <a:t>TYTUŁ ĆWIARTKI</a:t>
            </a:r>
          </a:p>
        </p:txBody>
      </p:sp>
      <p:sp>
        <p:nvSpPr>
          <p:cNvPr id="11" name="Tekst — symbol zastępczy 5">
            <a:extLst>
              <a:ext uri="{FF2B5EF4-FFF2-40B4-BE49-F238E27FC236}">
                <a16:creationId xmlns:a16="http://schemas.microsoft.com/office/drawing/2014/main" id="{23E8F54F-C5BD-4FE6-BB69-FEC69BC0FDDD}"/>
              </a:ext>
            </a:extLst>
          </p:cNvPr>
          <p:cNvSpPr>
            <a:spLocks noGrp="1"/>
          </p:cNvSpPr>
          <p:nvPr>
            <p:ph type="body" sz="quarter" idx="13" hasCustomPrompt="1"/>
          </p:nvPr>
        </p:nvSpPr>
        <p:spPr>
          <a:xfrm>
            <a:off x="4992992" y="5287722"/>
            <a:ext cx="2194560" cy="274320"/>
          </a:xfrm>
        </p:spPr>
        <p:txBody>
          <a:bodyPr rtlCol="0">
            <a:noAutofit/>
          </a:bodyPr>
          <a:lstStyle>
            <a:lvl1pPr marL="0" indent="0" algn="ctr">
              <a:buFont typeface="Arial" panose="020B0604020202020204" pitchFamily="34" charset="0"/>
              <a:buNone/>
              <a:defRPr sz="1200" b="1">
                <a:solidFill>
                  <a:schemeClr val="accent4"/>
                </a:solidFill>
              </a:defRPr>
            </a:lvl1pPr>
          </a:lstStyle>
          <a:p>
            <a:pPr lvl="0" rtl="0"/>
            <a:r>
              <a:rPr lang="pl-PL" noProof="0"/>
              <a:t>TYTUŁ ĆWIARTKI</a:t>
            </a:r>
          </a:p>
        </p:txBody>
      </p:sp>
      <p:grpSp>
        <p:nvGrpSpPr>
          <p:cNvPr id="3" name="Grupa 2">
            <a:extLst>
              <a:ext uri="{FF2B5EF4-FFF2-40B4-BE49-F238E27FC236}">
                <a16:creationId xmlns:a16="http://schemas.microsoft.com/office/drawing/2014/main" id="{37F7357E-EB66-4B24-BD83-CDF02BFEB8AD}"/>
              </a:ext>
              <a:ext uri="{C183D7F6-B498-43B3-948B-1728B52AA6E4}">
                <adec:decorative xmlns:adec="http://schemas.microsoft.com/office/drawing/2017/decorative" val="1"/>
              </a:ext>
            </a:extLst>
          </p:cNvPr>
          <p:cNvGrpSpPr/>
          <p:nvPr userDrawn="1"/>
        </p:nvGrpSpPr>
        <p:grpSpPr>
          <a:xfrm>
            <a:off x="767923" y="2586939"/>
            <a:ext cx="10677317" cy="2637195"/>
            <a:chOff x="767923" y="2586939"/>
            <a:chExt cx="10677317" cy="2637195"/>
          </a:xfrm>
        </p:grpSpPr>
        <p:sp>
          <p:nvSpPr>
            <p:cNvPr id="26" name="Dowolny kształt: Kształt 25">
              <a:extLst>
                <a:ext uri="{FF2B5EF4-FFF2-40B4-BE49-F238E27FC236}">
                  <a16:creationId xmlns:a16="http://schemas.microsoft.com/office/drawing/2014/main" id="{E5CC96AF-1ECA-45C5-A903-6341850289F9}"/>
                </a:ext>
              </a:extLst>
            </p:cNvPr>
            <p:cNvSpPr/>
            <p:nvPr userDrawn="1"/>
          </p:nvSpPr>
          <p:spPr>
            <a:xfrm>
              <a:off x="6098501" y="2586991"/>
              <a:ext cx="46095" cy="1231565"/>
            </a:xfrm>
            <a:custGeom>
              <a:avLst/>
              <a:gdLst>
                <a:gd name="connsiteX0" fmla="*/ 375 w 46095"/>
                <a:gd name="connsiteY0" fmla="*/ 0 h 1231565"/>
                <a:gd name="connsiteX1" fmla="*/ 46095 w 46095"/>
                <a:gd name="connsiteY1" fmla="*/ 114776 h 1231565"/>
                <a:gd name="connsiteX2" fmla="*/ 46095 w 46095"/>
                <a:gd name="connsiteY2" fmla="*/ 1231565 h 1231565"/>
                <a:gd name="connsiteX3" fmla="*/ 0 w 46095"/>
                <a:gd name="connsiteY3" fmla="*/ 1231565 h 1231565"/>
                <a:gd name="connsiteX4" fmla="*/ 0 w 46095"/>
                <a:gd name="connsiteY4" fmla="*/ 942 h 1231565"/>
                <a:gd name="connsiteX5" fmla="*/ 375 w 46095"/>
                <a:gd name="connsiteY5" fmla="*/ 0 h 1231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95" h="1231565">
                  <a:moveTo>
                    <a:pt x="375" y="0"/>
                  </a:moveTo>
                  <a:lnTo>
                    <a:pt x="46095" y="114776"/>
                  </a:lnTo>
                  <a:lnTo>
                    <a:pt x="46095" y="1231565"/>
                  </a:lnTo>
                  <a:lnTo>
                    <a:pt x="0" y="1231565"/>
                  </a:lnTo>
                  <a:lnTo>
                    <a:pt x="0" y="942"/>
                  </a:lnTo>
                  <a:lnTo>
                    <a:pt x="375"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pl-PL" noProof="0"/>
            </a:p>
          </p:txBody>
        </p:sp>
        <p:sp>
          <p:nvSpPr>
            <p:cNvPr id="25" name="Dowolny kształt: Kształt 24">
              <a:extLst>
                <a:ext uri="{FF2B5EF4-FFF2-40B4-BE49-F238E27FC236}">
                  <a16:creationId xmlns:a16="http://schemas.microsoft.com/office/drawing/2014/main" id="{07574821-21A4-483A-9824-B9CB9EC4B770}"/>
                </a:ext>
              </a:extLst>
            </p:cNvPr>
            <p:cNvSpPr/>
            <p:nvPr userDrawn="1"/>
          </p:nvSpPr>
          <p:spPr>
            <a:xfrm>
              <a:off x="6053156" y="3818555"/>
              <a:ext cx="45345" cy="97190"/>
            </a:xfrm>
            <a:custGeom>
              <a:avLst/>
              <a:gdLst>
                <a:gd name="connsiteX0" fmla="*/ 0 w 45345"/>
                <a:gd name="connsiteY0" fmla="*/ 0 h 97190"/>
                <a:gd name="connsiteX1" fmla="*/ 45345 w 45345"/>
                <a:gd name="connsiteY1" fmla="*/ 0 h 97190"/>
                <a:gd name="connsiteX2" fmla="*/ 45345 w 45345"/>
                <a:gd name="connsiteY2" fmla="*/ 97190 h 97190"/>
                <a:gd name="connsiteX3" fmla="*/ 0 w 45345"/>
                <a:gd name="connsiteY3" fmla="*/ 97190 h 97190"/>
                <a:gd name="connsiteX4" fmla="*/ 0 w 45345"/>
                <a:gd name="connsiteY4" fmla="*/ 0 h 97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45" h="97190">
                  <a:moveTo>
                    <a:pt x="0" y="0"/>
                  </a:moveTo>
                  <a:lnTo>
                    <a:pt x="45345" y="0"/>
                  </a:lnTo>
                  <a:lnTo>
                    <a:pt x="45345" y="97190"/>
                  </a:lnTo>
                  <a:lnTo>
                    <a:pt x="0" y="9719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pl-PL" noProof="0"/>
            </a:p>
          </p:txBody>
        </p:sp>
        <p:sp>
          <p:nvSpPr>
            <p:cNvPr id="22" name="Dowolny kształt: Kształt 21">
              <a:extLst>
                <a:ext uri="{FF2B5EF4-FFF2-40B4-BE49-F238E27FC236}">
                  <a16:creationId xmlns:a16="http://schemas.microsoft.com/office/drawing/2014/main" id="{F8C191E1-94CD-4DEF-9125-7E667370926A}"/>
                </a:ext>
              </a:extLst>
            </p:cNvPr>
            <p:cNvSpPr/>
            <p:nvPr userDrawn="1"/>
          </p:nvSpPr>
          <p:spPr>
            <a:xfrm>
              <a:off x="6098500" y="2586939"/>
              <a:ext cx="111238" cy="1231616"/>
            </a:xfrm>
            <a:custGeom>
              <a:avLst/>
              <a:gdLst>
                <a:gd name="connsiteX0" fmla="*/ 0 w 111238"/>
                <a:gd name="connsiteY0" fmla="*/ 0 h 1231616"/>
                <a:gd name="connsiteX1" fmla="*/ 111238 w 111238"/>
                <a:gd name="connsiteY1" fmla="*/ 0 h 1231616"/>
                <a:gd name="connsiteX2" fmla="*/ 111238 w 111238"/>
                <a:gd name="connsiteY2" fmla="*/ 1231616 h 1231616"/>
                <a:gd name="connsiteX3" fmla="*/ 46095 w 111238"/>
                <a:gd name="connsiteY3" fmla="*/ 1231616 h 1231616"/>
                <a:gd name="connsiteX4" fmla="*/ 46095 w 111238"/>
                <a:gd name="connsiteY4" fmla="*/ 114827 h 1231616"/>
                <a:gd name="connsiteX5" fmla="*/ 375 w 111238"/>
                <a:gd name="connsiteY5" fmla="*/ 51 h 1231616"/>
                <a:gd name="connsiteX6" fmla="*/ 0 w 111238"/>
                <a:gd name="connsiteY6" fmla="*/ 993 h 1231616"/>
                <a:gd name="connsiteX7" fmla="*/ 0 w 111238"/>
                <a:gd name="connsiteY7" fmla="*/ 0 h 123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238" h="1231616">
                  <a:moveTo>
                    <a:pt x="0" y="0"/>
                  </a:moveTo>
                  <a:lnTo>
                    <a:pt x="111238" y="0"/>
                  </a:lnTo>
                  <a:lnTo>
                    <a:pt x="111238" y="1231616"/>
                  </a:lnTo>
                  <a:lnTo>
                    <a:pt x="46095" y="1231616"/>
                  </a:lnTo>
                  <a:lnTo>
                    <a:pt x="46095" y="114827"/>
                  </a:lnTo>
                  <a:lnTo>
                    <a:pt x="375" y="51"/>
                  </a:lnTo>
                  <a:lnTo>
                    <a:pt x="0" y="9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pl-PL" noProof="0"/>
            </a:p>
          </p:txBody>
        </p:sp>
        <p:sp>
          <p:nvSpPr>
            <p:cNvPr id="21" name="Prostokąt 20">
              <a:extLst>
                <a:ext uri="{FF2B5EF4-FFF2-40B4-BE49-F238E27FC236}">
                  <a16:creationId xmlns:a16="http://schemas.microsoft.com/office/drawing/2014/main" id="{7E6DEF02-ADC5-487F-AA38-28AE410EBEB1}"/>
                </a:ext>
              </a:extLst>
            </p:cNvPr>
            <p:cNvSpPr/>
            <p:nvPr userDrawn="1"/>
          </p:nvSpPr>
          <p:spPr>
            <a:xfrm>
              <a:off x="6053156" y="2587933"/>
              <a:ext cx="36576" cy="126204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pl-PL" noProof="0"/>
            </a:p>
          </p:txBody>
        </p:sp>
        <p:sp>
          <p:nvSpPr>
            <p:cNvPr id="20" name="Prostokąt 19">
              <a:extLst>
                <a:ext uri="{FF2B5EF4-FFF2-40B4-BE49-F238E27FC236}">
                  <a16:creationId xmlns:a16="http://schemas.microsoft.com/office/drawing/2014/main" id="{7F5BD053-8127-4207-8BB6-88934D1FE4A5}"/>
                </a:ext>
              </a:extLst>
            </p:cNvPr>
            <p:cNvSpPr/>
            <p:nvPr userDrawn="1"/>
          </p:nvSpPr>
          <p:spPr>
            <a:xfrm>
              <a:off x="767923" y="3818556"/>
              <a:ext cx="5349240" cy="3657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pl-PL" noProof="0"/>
            </a:p>
          </p:txBody>
        </p:sp>
        <p:sp>
          <p:nvSpPr>
            <p:cNvPr id="18" name="Prostokąt 17">
              <a:extLst>
                <a:ext uri="{FF2B5EF4-FFF2-40B4-BE49-F238E27FC236}">
                  <a16:creationId xmlns:a16="http://schemas.microsoft.com/office/drawing/2014/main" id="{06CFD50B-0B31-48EB-8D44-673C8CEC29B7}"/>
                </a:ext>
              </a:extLst>
            </p:cNvPr>
            <p:cNvSpPr/>
            <p:nvPr userDrawn="1"/>
          </p:nvSpPr>
          <p:spPr>
            <a:xfrm>
              <a:off x="6117163" y="3818554"/>
              <a:ext cx="5328077" cy="3657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pl-PL" noProof="0"/>
            </a:p>
          </p:txBody>
        </p:sp>
        <p:sp>
          <p:nvSpPr>
            <p:cNvPr id="17" name="Prostokąt 16">
              <a:extLst>
                <a:ext uri="{FF2B5EF4-FFF2-40B4-BE49-F238E27FC236}">
                  <a16:creationId xmlns:a16="http://schemas.microsoft.com/office/drawing/2014/main" id="{3C715010-62CF-4E58-992F-47427FCB0C02}"/>
                </a:ext>
              </a:extLst>
            </p:cNvPr>
            <p:cNvSpPr/>
            <p:nvPr userDrawn="1"/>
          </p:nvSpPr>
          <p:spPr>
            <a:xfrm>
              <a:off x="6053155" y="3852534"/>
              <a:ext cx="36576" cy="13716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pl-PL" noProof="0"/>
            </a:p>
          </p:txBody>
        </p:sp>
      </p:grpSp>
      <p:sp>
        <p:nvSpPr>
          <p:cNvPr id="27" name="Data — symbol zastępczy 1">
            <a:extLst>
              <a:ext uri="{FF2B5EF4-FFF2-40B4-BE49-F238E27FC236}">
                <a16:creationId xmlns:a16="http://schemas.microsoft.com/office/drawing/2014/main" id="{17311117-A0EF-438B-BF68-75DF09D85045}"/>
              </a:ext>
            </a:extLst>
          </p:cNvPr>
          <p:cNvSpPr>
            <a:spLocks noGrp="1"/>
          </p:cNvSpPr>
          <p:nvPr>
            <p:ph type="dt" sz="half" idx="16"/>
          </p:nvPr>
        </p:nvSpPr>
        <p:spPr>
          <a:xfrm>
            <a:off x="838200" y="6356350"/>
            <a:ext cx="2743200" cy="365125"/>
          </a:xfrm>
        </p:spPr>
        <p:txBody>
          <a:bodyPr rtlCol="0"/>
          <a:lstStyle/>
          <a:p>
            <a:pPr rtl="0"/>
            <a:r>
              <a:rPr lang="pl-PL" noProof="0"/>
              <a:t>20XX</a:t>
            </a:r>
          </a:p>
        </p:txBody>
      </p:sp>
      <p:sp>
        <p:nvSpPr>
          <p:cNvPr id="6" name="Stopka — symbol zastępczy 5">
            <a:extLst>
              <a:ext uri="{FF2B5EF4-FFF2-40B4-BE49-F238E27FC236}">
                <a16:creationId xmlns:a16="http://schemas.microsoft.com/office/drawing/2014/main" id="{29E5E346-F307-4307-949D-77CDB6E6577A}"/>
              </a:ext>
            </a:extLst>
          </p:cNvPr>
          <p:cNvSpPr>
            <a:spLocks noGrp="1"/>
          </p:cNvSpPr>
          <p:nvPr>
            <p:ph type="ftr" sz="quarter" idx="10"/>
          </p:nvPr>
        </p:nvSpPr>
        <p:spPr/>
        <p:txBody>
          <a:bodyPr rtlCol="0"/>
          <a:lstStyle>
            <a:lvl1pPr>
              <a:defRPr>
                <a:solidFill>
                  <a:schemeClr val="tx1">
                    <a:lumMod val="75000"/>
                    <a:lumOff val="25000"/>
                  </a:schemeClr>
                </a:solidFill>
              </a:defRPr>
            </a:lvl1pPr>
          </a:lstStyle>
          <a:p>
            <a:pPr rtl="0"/>
            <a:r>
              <a:rPr lang="pl-PL" noProof="0"/>
              <a:t>Tytuł prezentacji</a:t>
            </a:r>
          </a:p>
        </p:txBody>
      </p:sp>
      <p:sp>
        <p:nvSpPr>
          <p:cNvPr id="7" name="Numer slajdu — symbol zastępczy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rtlCol="0"/>
          <a:lstStyle>
            <a:lvl1pPr>
              <a:defRPr>
                <a:solidFill>
                  <a:schemeClr val="tx1">
                    <a:lumMod val="75000"/>
                    <a:lumOff val="25000"/>
                  </a:schemeClr>
                </a:solidFill>
              </a:defRPr>
            </a:lvl1pPr>
          </a:lstStyle>
          <a:p>
            <a:pPr rtl="0"/>
            <a:fld id="{19B51A1E-902D-48AF-9020-955120F399B6}" type="slidenum">
              <a:rPr lang="pl-PL" noProof="0" smtClean="0"/>
              <a:pPr rtl="0"/>
              <a:t>‹#›</a:t>
            </a:fld>
            <a:endParaRPr lang="pl-PL" noProof="0"/>
          </a:p>
        </p:txBody>
      </p:sp>
    </p:spTree>
    <p:extLst>
      <p:ext uri="{BB962C8B-B14F-4D97-AF65-F5344CB8AC3E}">
        <p14:creationId xmlns:p14="http://schemas.microsoft.com/office/powerpoint/2010/main" val="427803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rategia rozwoju">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DD6B45A-9FA0-4D2A-8BEF-4709BD5C14CA}"/>
              </a:ext>
            </a:extLst>
          </p:cNvPr>
          <p:cNvSpPr>
            <a:spLocks noGrp="1"/>
          </p:cNvSpPr>
          <p:nvPr>
            <p:ph type="title" hasCustomPrompt="1"/>
          </p:nvPr>
        </p:nvSpPr>
        <p:spPr>
          <a:xfrm>
            <a:off x="838200" y="365125"/>
            <a:ext cx="10515600" cy="1059924"/>
          </a:xfrm>
        </p:spPr>
        <p:txBody>
          <a:bodyPr bIns="91440" rtlCol="0" anchor="b"/>
          <a:lstStyle>
            <a:lvl1pPr algn="ctr">
              <a:defRPr>
                <a:solidFill>
                  <a:schemeClr val="tx1">
                    <a:lumMod val="50000"/>
                    <a:lumOff val="50000"/>
                  </a:schemeClr>
                </a:solidFill>
              </a:defRPr>
            </a:lvl1pPr>
          </a:lstStyle>
          <a:p>
            <a:pPr rtl="0"/>
            <a:r>
              <a:rPr lang="pl-PL" noProof="0"/>
              <a:t>Kliknij, aby edytować styl wzorca tytułu</a:t>
            </a:r>
          </a:p>
        </p:txBody>
      </p:sp>
      <p:sp>
        <p:nvSpPr>
          <p:cNvPr id="13" name="Tekst — symbol zastępczy 2">
            <a:extLst>
              <a:ext uri="{FF2B5EF4-FFF2-40B4-BE49-F238E27FC236}">
                <a16:creationId xmlns:a16="http://schemas.microsoft.com/office/drawing/2014/main" id="{8FDD847D-284F-43B9-91A9-0A2AE4977EE1}"/>
              </a:ext>
            </a:extLst>
          </p:cNvPr>
          <p:cNvSpPr>
            <a:spLocks noGrp="1"/>
          </p:cNvSpPr>
          <p:nvPr>
            <p:ph type="body" idx="1" hasCustomPrompt="1"/>
          </p:nvPr>
        </p:nvSpPr>
        <p:spPr>
          <a:xfrm>
            <a:off x="831850" y="1426525"/>
            <a:ext cx="10515600" cy="457200"/>
          </a:xfrm>
        </p:spPr>
        <p:txBody>
          <a:bodyPr rtlCol="0">
            <a:normAutofit/>
          </a:bodyPr>
          <a:lstStyle>
            <a:lvl1pPr marL="0" indent="0" algn="ctr">
              <a:buNone/>
              <a:defRPr sz="2000">
                <a:solidFill>
                  <a:schemeClr val="tx1">
                    <a:lumMod val="65000"/>
                    <a:lumOff val="3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pl-PL" noProof="0"/>
              <a:t>Kliknij, aby edytować style wzorców tekstu</a:t>
            </a:r>
          </a:p>
        </p:txBody>
      </p:sp>
      <p:sp>
        <p:nvSpPr>
          <p:cNvPr id="15" name="Tekst — symbol zastępczy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097280" y="2458260"/>
            <a:ext cx="3200400" cy="731520"/>
          </a:xfrm>
          <a:solidFill>
            <a:schemeClr val="accent2"/>
          </a:solidFill>
        </p:spPr>
        <p:txBody>
          <a:bodyPr rtlCol="0" anchor="ctr" anchorCtr="1">
            <a:normAutofit/>
          </a:bodyPr>
          <a:lstStyle>
            <a:lvl1pPr marL="0" indent="0" algn="ctr">
              <a:buNone/>
              <a:defRPr sz="2000" b="0">
                <a:solidFill>
                  <a:schemeClr val="tx1"/>
                </a:solidFill>
                <a:latin typeface="Times New Roman" panose="02020603050405020304" pitchFamily="18" charset="0"/>
              </a:defRPr>
            </a:lvl1pPr>
          </a:lstStyle>
          <a:p>
            <a:pPr lvl="0" rtl="0"/>
            <a:r>
              <a:rPr lang="pl-PL" noProof="0"/>
              <a:t>Kliknij, aby dodać podtytuł</a:t>
            </a:r>
          </a:p>
        </p:txBody>
      </p:sp>
      <p:sp>
        <p:nvSpPr>
          <p:cNvPr id="17" name="Tekst — symbol zastępczy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95593" y="3191256"/>
            <a:ext cx="3200400" cy="2465883"/>
          </a:xfrm>
          <a:noFill/>
          <a:ln>
            <a:solidFill>
              <a:schemeClr val="accent2"/>
            </a:solidFill>
          </a:ln>
        </p:spPr>
        <p:txBody>
          <a:bodyPr lIns="182880" tIns="91440" rIns="182880" rtlCol="0" anchor="t" anchorCtr="1">
            <a:normAutofit/>
          </a:bodyPr>
          <a:lstStyle>
            <a:lvl1pPr marL="0" indent="0" algn="ctr">
              <a:lnSpc>
                <a:spcPts val="2400"/>
              </a:lnSpc>
              <a:spcBef>
                <a:spcPts val="0"/>
              </a:spcBef>
              <a:buFont typeface="Arial" panose="020B0604020202020204" pitchFamily="34" charset="0"/>
              <a:buNone/>
              <a:defRPr sz="1400">
                <a:solidFill>
                  <a:schemeClr val="tx1"/>
                </a:solidFill>
              </a:defRPr>
            </a:lvl1pPr>
          </a:lstStyle>
          <a:p>
            <a:pPr lvl="0" rtl="0"/>
            <a:r>
              <a:rPr lang="pl-PL" noProof="0"/>
              <a:t>Kliknij, aby dodać tekst</a:t>
            </a:r>
          </a:p>
        </p:txBody>
      </p:sp>
      <p:sp>
        <p:nvSpPr>
          <p:cNvPr id="16" name="Tekst — symbol zastępczy 15">
            <a:extLst>
              <a:ext uri="{FF2B5EF4-FFF2-40B4-BE49-F238E27FC236}">
                <a16:creationId xmlns:a16="http://schemas.microsoft.com/office/drawing/2014/main" id="{45F3F79F-C68B-4A8C-B9F0-4BF82DCC6D5F}"/>
              </a:ext>
            </a:extLst>
          </p:cNvPr>
          <p:cNvSpPr>
            <a:spLocks noGrp="1"/>
          </p:cNvSpPr>
          <p:nvPr>
            <p:ph type="body" sz="quarter" idx="24" hasCustomPrompt="1"/>
          </p:nvPr>
        </p:nvSpPr>
        <p:spPr>
          <a:xfrm>
            <a:off x="4625274" y="2458260"/>
            <a:ext cx="3200400" cy="731520"/>
          </a:xfrm>
          <a:solidFill>
            <a:schemeClr val="accent2"/>
          </a:solidFill>
        </p:spPr>
        <p:txBody>
          <a:bodyPr rtlCol="0" anchor="ctr" anchorCtr="1">
            <a:normAutofit/>
          </a:bodyPr>
          <a:lstStyle>
            <a:lvl1pPr marL="0" indent="0" algn="ctr">
              <a:buNone/>
              <a:defRPr sz="2000" b="0">
                <a:solidFill>
                  <a:schemeClr val="tx1"/>
                </a:solidFill>
                <a:latin typeface="Times New Roman" panose="02020603050405020304" pitchFamily="18" charset="0"/>
              </a:defRPr>
            </a:lvl1pPr>
          </a:lstStyle>
          <a:p>
            <a:pPr lvl="0" rtl="0"/>
            <a:r>
              <a:rPr lang="pl-PL" noProof="0"/>
              <a:t>Kliknij, aby dodać podtytuł</a:t>
            </a:r>
          </a:p>
        </p:txBody>
      </p:sp>
      <p:sp>
        <p:nvSpPr>
          <p:cNvPr id="18" name="Tekst — symbol zastępczy 18">
            <a:extLst>
              <a:ext uri="{FF2B5EF4-FFF2-40B4-BE49-F238E27FC236}">
                <a16:creationId xmlns:a16="http://schemas.microsoft.com/office/drawing/2014/main" id="{7E2099CC-3C3F-4C3B-825F-C69EBE0F0D18}"/>
              </a:ext>
            </a:extLst>
          </p:cNvPr>
          <p:cNvSpPr>
            <a:spLocks noGrp="1"/>
          </p:cNvSpPr>
          <p:nvPr>
            <p:ph type="body" sz="quarter" idx="25" hasCustomPrompt="1"/>
          </p:nvPr>
        </p:nvSpPr>
        <p:spPr>
          <a:xfrm>
            <a:off x="4626864" y="3191256"/>
            <a:ext cx="3200400" cy="2465883"/>
          </a:xfrm>
          <a:noFill/>
          <a:ln>
            <a:solidFill>
              <a:schemeClr val="accent2"/>
            </a:solidFill>
          </a:ln>
        </p:spPr>
        <p:txBody>
          <a:bodyPr lIns="182880" tIns="182880" rIns="182880" rtlCol="0" anchor="t" anchorCtr="1">
            <a:normAutofit/>
          </a:bodyPr>
          <a:lstStyle>
            <a:lvl1pPr marL="0" indent="0" algn="ctr">
              <a:lnSpc>
                <a:spcPts val="2400"/>
              </a:lnSpc>
              <a:spcBef>
                <a:spcPts val="0"/>
              </a:spcBef>
              <a:buFont typeface="Arial" panose="020B0604020202020204" pitchFamily="34" charset="0"/>
              <a:buNone/>
              <a:defRPr sz="1400">
                <a:solidFill>
                  <a:schemeClr val="tx1"/>
                </a:solidFill>
              </a:defRPr>
            </a:lvl1pPr>
          </a:lstStyle>
          <a:p>
            <a:pPr lvl="0" rtl="0"/>
            <a:r>
              <a:rPr lang="pl-PL" noProof="0"/>
              <a:t>Kliknij, aby dodać tekst</a:t>
            </a:r>
          </a:p>
        </p:txBody>
      </p:sp>
      <p:sp>
        <p:nvSpPr>
          <p:cNvPr id="20" name="Tekst — symbol zastępczy 15">
            <a:extLst>
              <a:ext uri="{FF2B5EF4-FFF2-40B4-BE49-F238E27FC236}">
                <a16:creationId xmlns:a16="http://schemas.microsoft.com/office/drawing/2014/main" id="{D904408A-D9CD-40EC-A60A-5AFD4501F7B0}"/>
              </a:ext>
            </a:extLst>
          </p:cNvPr>
          <p:cNvSpPr>
            <a:spLocks noGrp="1"/>
          </p:cNvSpPr>
          <p:nvPr>
            <p:ph type="body" sz="quarter" idx="26" hasCustomPrompt="1"/>
          </p:nvPr>
        </p:nvSpPr>
        <p:spPr>
          <a:xfrm>
            <a:off x="8153269" y="2458260"/>
            <a:ext cx="3200400" cy="731520"/>
          </a:xfrm>
          <a:solidFill>
            <a:schemeClr val="accent2"/>
          </a:solidFill>
        </p:spPr>
        <p:txBody>
          <a:bodyPr rtlCol="0" anchor="ctr" anchorCtr="1">
            <a:normAutofit/>
          </a:bodyPr>
          <a:lstStyle>
            <a:lvl1pPr marL="0" indent="0" algn="ctr">
              <a:buNone/>
              <a:defRPr sz="2000" b="0">
                <a:solidFill>
                  <a:schemeClr val="tx1"/>
                </a:solidFill>
                <a:latin typeface="Times New Roman" panose="02020603050405020304" pitchFamily="18" charset="0"/>
              </a:defRPr>
            </a:lvl1pPr>
          </a:lstStyle>
          <a:p>
            <a:pPr lvl="0" rtl="0"/>
            <a:r>
              <a:rPr lang="pl-PL" noProof="0"/>
              <a:t>Kliknij, aby dodać podtytuł</a:t>
            </a:r>
          </a:p>
        </p:txBody>
      </p:sp>
      <p:sp>
        <p:nvSpPr>
          <p:cNvPr id="21" name="Tekst — symbol zastępczy 18">
            <a:extLst>
              <a:ext uri="{FF2B5EF4-FFF2-40B4-BE49-F238E27FC236}">
                <a16:creationId xmlns:a16="http://schemas.microsoft.com/office/drawing/2014/main" id="{F6FD60C1-21C4-4DFB-A5A9-717DE2A98BA9}"/>
              </a:ext>
            </a:extLst>
          </p:cNvPr>
          <p:cNvSpPr>
            <a:spLocks noGrp="1"/>
          </p:cNvSpPr>
          <p:nvPr>
            <p:ph type="body" sz="quarter" idx="27" hasCustomPrompt="1"/>
          </p:nvPr>
        </p:nvSpPr>
        <p:spPr>
          <a:xfrm>
            <a:off x="8156448" y="3191256"/>
            <a:ext cx="3200400" cy="2465883"/>
          </a:xfrm>
          <a:noFill/>
          <a:ln>
            <a:solidFill>
              <a:schemeClr val="accent2"/>
            </a:solidFill>
          </a:ln>
        </p:spPr>
        <p:txBody>
          <a:bodyPr lIns="182880" tIns="182880" rIns="182880" rtlCol="0" anchor="t" anchorCtr="1">
            <a:normAutofit/>
          </a:bodyPr>
          <a:lstStyle>
            <a:lvl1pPr marL="0" indent="0" algn="ctr">
              <a:lnSpc>
                <a:spcPts val="2400"/>
              </a:lnSpc>
              <a:spcBef>
                <a:spcPts val="0"/>
              </a:spcBef>
              <a:buFont typeface="Arial" panose="020B0604020202020204" pitchFamily="34" charset="0"/>
              <a:buNone/>
              <a:defRPr sz="1400">
                <a:solidFill>
                  <a:schemeClr val="tx1"/>
                </a:solidFill>
              </a:defRPr>
            </a:lvl1pPr>
          </a:lstStyle>
          <a:p>
            <a:pPr lvl="0" rtl="0"/>
            <a:r>
              <a:rPr lang="pl-PL" noProof="0"/>
              <a:t>Kliknij, aby dodać tekst</a:t>
            </a:r>
          </a:p>
        </p:txBody>
      </p:sp>
      <p:sp>
        <p:nvSpPr>
          <p:cNvPr id="3" name="Data — symbol zastępczy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pl-PL" noProof="0"/>
              <a:t>20XX</a:t>
            </a:r>
          </a:p>
        </p:txBody>
      </p:sp>
      <p:sp>
        <p:nvSpPr>
          <p:cNvPr id="4" name="Stopka — symbol zastępczy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pl-PL" noProof="0"/>
              <a:t>Tytuł prezentacji</a:t>
            </a:r>
          </a:p>
        </p:txBody>
      </p:sp>
      <p:sp>
        <p:nvSpPr>
          <p:cNvPr id="5" name="Numer slajdu — symbol zastępczy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915863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ela wykresu">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E9E034D-C1DD-48C0-BB6B-FDC6F8EBA558}"/>
              </a:ext>
            </a:extLst>
          </p:cNvPr>
          <p:cNvSpPr>
            <a:spLocks noGrp="1"/>
          </p:cNvSpPr>
          <p:nvPr>
            <p:ph type="title" hasCustomPrompt="1"/>
          </p:nvPr>
        </p:nvSpPr>
        <p:spPr>
          <a:xfrm>
            <a:off x="839788" y="365125"/>
            <a:ext cx="10515600" cy="1325563"/>
          </a:xfrm>
        </p:spPr>
        <p:txBody>
          <a:bodyPr rtlCol="0"/>
          <a:lstStyle>
            <a:lvl1pPr algn="ctr">
              <a:defRPr/>
            </a:lvl1pPr>
          </a:lstStyle>
          <a:p>
            <a:pPr rtl="0"/>
            <a:r>
              <a:rPr lang="pl-PL" noProof="0"/>
              <a:t>Kliknij, aby edytować styl wzorca tytułu</a:t>
            </a:r>
          </a:p>
        </p:txBody>
      </p:sp>
      <p:sp>
        <p:nvSpPr>
          <p:cNvPr id="10" name="Tekst — symbol zastępczy 2">
            <a:extLst>
              <a:ext uri="{FF2B5EF4-FFF2-40B4-BE49-F238E27FC236}">
                <a16:creationId xmlns:a16="http://schemas.microsoft.com/office/drawing/2014/main" id="{0DD8E1C1-2F29-4EF8-B7B9-75E2DC5049C7}"/>
              </a:ext>
            </a:extLst>
          </p:cNvPr>
          <p:cNvSpPr>
            <a:spLocks noGrp="1"/>
          </p:cNvSpPr>
          <p:nvPr>
            <p:ph type="body" idx="13" hasCustomPrompt="1"/>
          </p:nvPr>
        </p:nvSpPr>
        <p:spPr>
          <a:xfrm>
            <a:off x="831850" y="1426525"/>
            <a:ext cx="10515600" cy="457200"/>
          </a:xfrm>
        </p:spPr>
        <p:txBody>
          <a:bodyPr rtlCol="0">
            <a:normAutofit/>
          </a:bodyPr>
          <a:lstStyle>
            <a:lvl1pPr marL="0" indent="0" algn="ct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pl-PL" noProof="0"/>
              <a:t>Kliknij, aby edytować style wzorców tekstu</a:t>
            </a:r>
          </a:p>
        </p:txBody>
      </p:sp>
      <p:sp>
        <p:nvSpPr>
          <p:cNvPr id="3" name="Tekst — symbol zastępczy 2">
            <a:extLst>
              <a:ext uri="{FF2B5EF4-FFF2-40B4-BE49-F238E27FC236}">
                <a16:creationId xmlns:a16="http://schemas.microsoft.com/office/drawing/2014/main" id="{D77FFB71-D3BF-4723-8C5E-44AD8F0E924D}"/>
              </a:ext>
            </a:extLst>
          </p:cNvPr>
          <p:cNvSpPr>
            <a:spLocks noGrp="1"/>
          </p:cNvSpPr>
          <p:nvPr>
            <p:ph type="body" idx="1" hasCustomPrompt="1"/>
          </p:nvPr>
        </p:nvSpPr>
        <p:spPr>
          <a:xfrm>
            <a:off x="706438" y="2071688"/>
            <a:ext cx="5029200" cy="457200"/>
          </a:xfrm>
        </p:spPr>
        <p:txBody>
          <a:bodyPr rtlCol="0" anchor="ctr" anchorCtr="0">
            <a:normAutofit/>
          </a:bodyPr>
          <a:lstStyle>
            <a:lvl1pPr marL="0" indent="0">
              <a:buNone/>
              <a:defRPr sz="2000" b="0">
                <a:solidFill>
                  <a:schemeClr val="tx1">
                    <a:lumMod val="65000"/>
                    <a:lumOff val="35000"/>
                  </a:schemeClr>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A91BC8B9-8F2B-4131-A090-0ACBEEE80BB7}"/>
              </a:ext>
            </a:extLst>
          </p:cNvPr>
          <p:cNvSpPr>
            <a:spLocks noGrp="1"/>
          </p:cNvSpPr>
          <p:nvPr>
            <p:ph sz="half" idx="2" hasCustomPrompt="1"/>
          </p:nvPr>
        </p:nvSpPr>
        <p:spPr>
          <a:xfrm>
            <a:off x="706438" y="2641555"/>
            <a:ext cx="5029200" cy="3474720"/>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1714E40B-C52C-407A-9311-46FDCD84CB5A}"/>
              </a:ext>
            </a:extLst>
          </p:cNvPr>
          <p:cNvSpPr>
            <a:spLocks noGrp="1"/>
          </p:cNvSpPr>
          <p:nvPr>
            <p:ph type="body" sz="quarter" idx="3" hasCustomPrompt="1"/>
          </p:nvPr>
        </p:nvSpPr>
        <p:spPr>
          <a:xfrm>
            <a:off x="6467475" y="2071688"/>
            <a:ext cx="5029200" cy="457200"/>
          </a:xfrm>
        </p:spPr>
        <p:txBody>
          <a:bodyPr rtlCol="0" anchor="ctr" anchorCtr="0">
            <a:normAutofit/>
          </a:bodyPr>
          <a:lstStyle>
            <a:lvl1pPr marL="0" indent="0">
              <a:buNone/>
              <a:defRPr sz="2000" b="0">
                <a:solidFill>
                  <a:schemeClr val="tx1">
                    <a:lumMod val="65000"/>
                    <a:lumOff val="35000"/>
                  </a:schemeClr>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0596ED23-22F0-421E-849C-630BEABF8BD0}"/>
              </a:ext>
            </a:extLst>
          </p:cNvPr>
          <p:cNvSpPr>
            <a:spLocks noGrp="1"/>
          </p:cNvSpPr>
          <p:nvPr>
            <p:ph sz="quarter" idx="4" hasCustomPrompt="1"/>
          </p:nvPr>
        </p:nvSpPr>
        <p:spPr>
          <a:xfrm>
            <a:off x="6467475" y="2641555"/>
            <a:ext cx="5029200" cy="3474720"/>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860A2F77-6CFB-4347-9224-EFAA0C0EF3DB}"/>
              </a:ext>
            </a:extLst>
          </p:cNvPr>
          <p:cNvSpPr>
            <a:spLocks noGrp="1"/>
          </p:cNvSpPr>
          <p:nvPr>
            <p:ph type="dt" sz="half" idx="10"/>
          </p:nvPr>
        </p:nvSpPr>
        <p:spPr/>
        <p:txBody>
          <a:bodyPr rtlCol="0"/>
          <a:lstStyle/>
          <a:p>
            <a:pPr rtl="0"/>
            <a:r>
              <a:rPr lang="pl-PL" noProof="0"/>
              <a:t>20XX</a:t>
            </a:r>
          </a:p>
        </p:txBody>
      </p:sp>
      <p:sp>
        <p:nvSpPr>
          <p:cNvPr id="8" name="Stopka — symbol zastępczy 7">
            <a:extLst>
              <a:ext uri="{FF2B5EF4-FFF2-40B4-BE49-F238E27FC236}">
                <a16:creationId xmlns:a16="http://schemas.microsoft.com/office/drawing/2014/main" id="{97C1F45E-8700-4861-AD21-BB7A09E1305A}"/>
              </a:ext>
            </a:extLst>
          </p:cNvPr>
          <p:cNvSpPr>
            <a:spLocks noGrp="1"/>
          </p:cNvSpPr>
          <p:nvPr>
            <p:ph type="ftr" sz="quarter" idx="11"/>
          </p:nvPr>
        </p:nvSpPr>
        <p:spPr/>
        <p:txBody>
          <a:bodyPr rtlCol="0"/>
          <a:lstStyle/>
          <a:p>
            <a:pPr rtl="0"/>
            <a:r>
              <a:rPr lang="pl-PL" noProof="0"/>
              <a:t>Tytuł prezentacji</a:t>
            </a:r>
          </a:p>
        </p:txBody>
      </p:sp>
      <p:sp>
        <p:nvSpPr>
          <p:cNvPr id="9" name="Numer slajdu — symbol zastępczy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692630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ś czasu">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lgn="ctr">
              <a:defRPr>
                <a:solidFill>
                  <a:schemeClr val="tx1">
                    <a:lumMod val="50000"/>
                    <a:lumOff val="50000"/>
                  </a:schemeClr>
                </a:solidFill>
              </a:defRPr>
            </a:lvl1pPr>
          </a:lstStyle>
          <a:p>
            <a:pPr rtl="0"/>
            <a:r>
              <a:rPr lang="pl-PL" noProof="0"/>
              <a:t>Kliknij, aby edytować styl wzorca tytułu</a:t>
            </a:r>
          </a:p>
        </p:txBody>
      </p:sp>
      <p:sp>
        <p:nvSpPr>
          <p:cNvPr id="64" name="Tekst — symbol zastępczy 3">
            <a:extLst>
              <a:ext uri="{FF2B5EF4-FFF2-40B4-BE49-F238E27FC236}">
                <a16:creationId xmlns:a16="http://schemas.microsoft.com/office/drawing/2014/main" id="{A8B6EDEE-DE90-436D-BFA9-9709BE86FD0A}"/>
              </a:ext>
            </a:extLst>
          </p:cNvPr>
          <p:cNvSpPr>
            <a:spLocks noGrp="1"/>
          </p:cNvSpPr>
          <p:nvPr>
            <p:ph type="body" sz="quarter" idx="59" hasCustomPrompt="1"/>
          </p:nvPr>
        </p:nvSpPr>
        <p:spPr>
          <a:xfrm>
            <a:off x="2258568" y="2304288"/>
            <a:ext cx="1554480" cy="561975"/>
          </a:xfrm>
          <a:solidFill>
            <a:schemeClr val="accent3"/>
          </a:solidFill>
          <a:ln>
            <a:noFill/>
          </a:ln>
        </p:spPr>
        <p:txBody>
          <a:bodyPr tIns="36000" rtlCol="0" anchor="ctr" anchorCtr="0">
            <a:normAutofit/>
          </a:bodyPr>
          <a:lstStyle>
            <a:lvl1pPr marL="0" indent="0" algn="ctr">
              <a:lnSpc>
                <a:spcPct val="150000"/>
              </a:lnSpc>
              <a:spcBef>
                <a:spcPts val="3600"/>
              </a:spcBef>
              <a:buNone/>
              <a:defRPr sz="1100">
                <a:solidFill>
                  <a:schemeClr val="tx1">
                    <a:lumMod val="75000"/>
                    <a:lumOff val="25000"/>
                  </a:schemeClr>
                </a:solidFill>
                <a:latin typeface="Times New Roman" panose="02020603050405020304" pitchFamily="18" charset="0"/>
              </a:defRPr>
            </a:lvl1pPr>
          </a:lstStyle>
          <a:p>
            <a:pPr lvl="0" rtl="0"/>
            <a:r>
              <a:rPr lang="pl-PL" noProof="0"/>
              <a:t>Tytuł elementu</a:t>
            </a:r>
          </a:p>
        </p:txBody>
      </p:sp>
      <p:sp>
        <p:nvSpPr>
          <p:cNvPr id="38" name="Tekst — symbol zastępczy 10">
            <a:extLst>
              <a:ext uri="{FF2B5EF4-FFF2-40B4-BE49-F238E27FC236}">
                <a16:creationId xmlns:a16="http://schemas.microsoft.com/office/drawing/2014/main" id="{5FBFE975-0A80-48E8-AA52-A4674F3B96A7}"/>
              </a:ext>
            </a:extLst>
          </p:cNvPr>
          <p:cNvSpPr>
            <a:spLocks noGrp="1"/>
          </p:cNvSpPr>
          <p:nvPr>
            <p:ph type="body" sz="quarter" idx="33" hasCustomPrompt="1"/>
          </p:nvPr>
        </p:nvSpPr>
        <p:spPr>
          <a:xfrm>
            <a:off x="914399" y="3354712"/>
            <a:ext cx="731520" cy="457200"/>
          </a:xfrm>
        </p:spPr>
        <p:txBody>
          <a:bodyPr rtlCol="0" anchor="ctr"/>
          <a:lstStyle>
            <a:lvl1pPr marL="0" indent="0" algn="ctr">
              <a:buNone/>
              <a:defRPr sz="1400" b="1">
                <a:solidFill>
                  <a:schemeClr val="tx1">
                    <a:lumMod val="65000"/>
                    <a:lumOff val="35000"/>
                  </a:schemeClr>
                </a:solidFill>
                <a:latin typeface="Times New Roman" panose="02020603050405020304" pitchFamily="18" charset="0"/>
              </a:defRPr>
            </a:lvl1pPr>
          </a:lstStyle>
          <a:p>
            <a:pPr lvl="0" rtl="0"/>
            <a:r>
              <a:rPr lang="pl-PL" noProof="0"/>
              <a:t>Rok</a:t>
            </a:r>
          </a:p>
        </p:txBody>
      </p:sp>
      <p:sp>
        <p:nvSpPr>
          <p:cNvPr id="39" name="Tekst — symbol zastępczy 10">
            <a:extLst>
              <a:ext uri="{FF2B5EF4-FFF2-40B4-BE49-F238E27FC236}">
                <a16:creationId xmlns:a16="http://schemas.microsoft.com/office/drawing/2014/main" id="{8BD9D56F-24FE-4F7D-8E40-A0D0AC719791}"/>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40" name="Tekst — symbol zastępczy 10">
            <a:extLst>
              <a:ext uri="{FF2B5EF4-FFF2-40B4-BE49-F238E27FC236}">
                <a16:creationId xmlns:a16="http://schemas.microsoft.com/office/drawing/2014/main" id="{D46B7BD9-7D98-4035-8A5E-463BD7C3BF1D}"/>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41" name="Tekst — symbol zastępczy 10">
            <a:extLst>
              <a:ext uri="{FF2B5EF4-FFF2-40B4-BE49-F238E27FC236}">
                <a16:creationId xmlns:a16="http://schemas.microsoft.com/office/drawing/2014/main" id="{8AA70B58-94EB-4879-8CBB-F170B13437D5}"/>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42" name="Tekst — symbol zastępczy 10">
            <a:extLst>
              <a:ext uri="{FF2B5EF4-FFF2-40B4-BE49-F238E27FC236}">
                <a16:creationId xmlns:a16="http://schemas.microsoft.com/office/drawing/2014/main" id="{7309DED8-0AF6-493B-A2EC-E3C6524C4037}"/>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44" name="Tekst — symbol zastępczy 10">
            <a:extLst>
              <a:ext uri="{FF2B5EF4-FFF2-40B4-BE49-F238E27FC236}">
                <a16:creationId xmlns:a16="http://schemas.microsoft.com/office/drawing/2014/main" id="{634511C9-82EE-4918-850A-C11AB497D8C8}"/>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45" name="Tekst — symbol zastępczy 10">
            <a:extLst>
              <a:ext uri="{FF2B5EF4-FFF2-40B4-BE49-F238E27FC236}">
                <a16:creationId xmlns:a16="http://schemas.microsoft.com/office/drawing/2014/main" id="{9DFB519F-3772-4743-A8B2-EE749BE7907F}"/>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46" name="Tekst — symbol zastępczy 10">
            <a:extLst>
              <a:ext uri="{FF2B5EF4-FFF2-40B4-BE49-F238E27FC236}">
                <a16:creationId xmlns:a16="http://schemas.microsoft.com/office/drawing/2014/main" id="{FF1ED3A9-45CD-4A8C-94E6-BFD948CC06A3}"/>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48" name="Tekst — symbol zastępczy 10">
            <a:extLst>
              <a:ext uri="{FF2B5EF4-FFF2-40B4-BE49-F238E27FC236}">
                <a16:creationId xmlns:a16="http://schemas.microsoft.com/office/drawing/2014/main" id="{DF614219-217C-4657-8BF6-1BDE7D2907CA}"/>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49" name="Tekst — symbol zastępczy 10">
            <a:extLst>
              <a:ext uri="{FF2B5EF4-FFF2-40B4-BE49-F238E27FC236}">
                <a16:creationId xmlns:a16="http://schemas.microsoft.com/office/drawing/2014/main" id="{CF5EB19D-BC9E-40FA-BC6F-DA9B98DA7DCA}"/>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47" name="Tekst — symbol zastępczy 10">
            <a:extLst>
              <a:ext uri="{FF2B5EF4-FFF2-40B4-BE49-F238E27FC236}">
                <a16:creationId xmlns:a16="http://schemas.microsoft.com/office/drawing/2014/main" id="{1E8B9B06-EF32-482E-A7E7-C1BAFE1A45DC}"/>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50" name="Tekst — symbol zastępczy 10">
            <a:extLst>
              <a:ext uri="{FF2B5EF4-FFF2-40B4-BE49-F238E27FC236}">
                <a16:creationId xmlns:a16="http://schemas.microsoft.com/office/drawing/2014/main" id="{B243085E-635F-44B9-A90B-BCE5763AD3EB}"/>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51" name="Tekst — symbol zastępczy 10">
            <a:extLst>
              <a:ext uri="{FF2B5EF4-FFF2-40B4-BE49-F238E27FC236}">
                <a16:creationId xmlns:a16="http://schemas.microsoft.com/office/drawing/2014/main" id="{5E2D6E88-5F8C-4406-9211-D4A50B968BA2}"/>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43" name="Tekst — symbol zastępczy 10">
            <a:extLst>
              <a:ext uri="{FF2B5EF4-FFF2-40B4-BE49-F238E27FC236}">
                <a16:creationId xmlns:a16="http://schemas.microsoft.com/office/drawing/2014/main" id="{CC994534-ACB6-4B33-A7F8-59ED88636D97}"/>
              </a:ext>
            </a:extLst>
          </p:cNvPr>
          <p:cNvSpPr>
            <a:spLocks noGrp="1"/>
          </p:cNvSpPr>
          <p:nvPr>
            <p:ph type="body" sz="quarter" idx="38" hasCustomPrompt="1"/>
          </p:nvPr>
        </p:nvSpPr>
        <p:spPr>
          <a:xfrm>
            <a:off x="914400" y="4292468"/>
            <a:ext cx="731520" cy="457200"/>
          </a:xfrm>
        </p:spPr>
        <p:txBody>
          <a:bodyPr rtlCol="0" anchor="ctr"/>
          <a:lstStyle>
            <a:lvl1pPr marL="0" indent="0" algn="ctr">
              <a:buNone/>
              <a:defRPr sz="1400" b="1">
                <a:solidFill>
                  <a:schemeClr val="tx1">
                    <a:lumMod val="65000"/>
                    <a:lumOff val="35000"/>
                  </a:schemeClr>
                </a:solidFill>
                <a:latin typeface="Times New Roman" panose="02020603050405020304" pitchFamily="18" charset="0"/>
              </a:defRPr>
            </a:lvl1pPr>
          </a:lstStyle>
          <a:p>
            <a:pPr lvl="0" rtl="0"/>
            <a:r>
              <a:rPr lang="pl-PL" noProof="0"/>
              <a:t>Rok</a:t>
            </a:r>
          </a:p>
        </p:txBody>
      </p:sp>
      <p:sp>
        <p:nvSpPr>
          <p:cNvPr id="52" name="Tekst — symbol zastępczy 10">
            <a:extLst>
              <a:ext uri="{FF2B5EF4-FFF2-40B4-BE49-F238E27FC236}">
                <a16:creationId xmlns:a16="http://schemas.microsoft.com/office/drawing/2014/main" id="{BFBFB5AF-B984-48A4-A2D5-B0F9A7168B93}"/>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53" name="Tekst — symbol zastępczy 10">
            <a:extLst>
              <a:ext uri="{FF2B5EF4-FFF2-40B4-BE49-F238E27FC236}">
                <a16:creationId xmlns:a16="http://schemas.microsoft.com/office/drawing/2014/main" id="{5920D2EA-A217-4744-834D-D00BD41BD38F}"/>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54" name="Tekst — symbol zastępczy 10">
            <a:extLst>
              <a:ext uri="{FF2B5EF4-FFF2-40B4-BE49-F238E27FC236}">
                <a16:creationId xmlns:a16="http://schemas.microsoft.com/office/drawing/2014/main" id="{FD2FC71C-590D-4C50-9D20-D98F73D84422}"/>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55" name="Tekst — symbol zastępczy 10">
            <a:extLst>
              <a:ext uri="{FF2B5EF4-FFF2-40B4-BE49-F238E27FC236}">
                <a16:creationId xmlns:a16="http://schemas.microsoft.com/office/drawing/2014/main" id="{AD895D25-09BE-492D-944C-8B0E710ADF19}"/>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56" name="Tekst — symbol zastępczy 10">
            <a:extLst>
              <a:ext uri="{FF2B5EF4-FFF2-40B4-BE49-F238E27FC236}">
                <a16:creationId xmlns:a16="http://schemas.microsoft.com/office/drawing/2014/main" id="{F6192086-61CF-42A5-905D-851D1EEBC250}"/>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57" name="Tekst — symbol zastępczy 10">
            <a:extLst>
              <a:ext uri="{FF2B5EF4-FFF2-40B4-BE49-F238E27FC236}">
                <a16:creationId xmlns:a16="http://schemas.microsoft.com/office/drawing/2014/main" id="{FD1AF556-814F-4B48-B1F0-29450A009046}"/>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58" name="Tekst — symbol zastępczy 10">
            <a:extLst>
              <a:ext uri="{FF2B5EF4-FFF2-40B4-BE49-F238E27FC236}">
                <a16:creationId xmlns:a16="http://schemas.microsoft.com/office/drawing/2014/main" id="{EEEE7A48-BA7F-4AD6-948F-8AF34748D377}"/>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60" name="Tekst — symbol zastępczy 10">
            <a:extLst>
              <a:ext uri="{FF2B5EF4-FFF2-40B4-BE49-F238E27FC236}">
                <a16:creationId xmlns:a16="http://schemas.microsoft.com/office/drawing/2014/main" id="{1ECC3963-8620-45EA-8E9B-B5ED79CD7A4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61" name="Tekst — symbol zastępczy 10">
            <a:extLst>
              <a:ext uri="{FF2B5EF4-FFF2-40B4-BE49-F238E27FC236}">
                <a16:creationId xmlns:a16="http://schemas.microsoft.com/office/drawing/2014/main" id="{8A5FB4BB-2FEF-496A-8E3A-C4D43AE0498C}"/>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59" name="Tekst — symbol zastępczy 10">
            <a:extLst>
              <a:ext uri="{FF2B5EF4-FFF2-40B4-BE49-F238E27FC236}">
                <a16:creationId xmlns:a16="http://schemas.microsoft.com/office/drawing/2014/main" id="{A7187E67-FC95-4CA0-9570-815E315916E5}"/>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62" name="Tekst — symbol zastępczy 10">
            <a:extLst>
              <a:ext uri="{FF2B5EF4-FFF2-40B4-BE49-F238E27FC236}">
                <a16:creationId xmlns:a16="http://schemas.microsoft.com/office/drawing/2014/main" id="{D03EF82F-F37F-48CB-A978-E3BAD66F5C7D}"/>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sp>
        <p:nvSpPr>
          <p:cNvPr id="63" name="Tekst — symbol zastępczy 10">
            <a:extLst>
              <a:ext uri="{FF2B5EF4-FFF2-40B4-BE49-F238E27FC236}">
                <a16:creationId xmlns:a16="http://schemas.microsoft.com/office/drawing/2014/main" id="{5F250D41-02CE-4633-9E26-F722FCA110BB}"/>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defRPr>
            </a:lvl1pPr>
          </a:lstStyle>
          <a:p>
            <a:pPr lvl="0" rtl="0"/>
            <a:r>
              <a:rPr lang="pl-PL" noProof="0"/>
              <a:t>MM</a:t>
            </a:r>
          </a:p>
        </p:txBody>
      </p:sp>
      <p:cxnSp>
        <p:nvCxnSpPr>
          <p:cNvPr id="8" name="Łącznik prosty 7">
            <a:extLst>
              <a:ext uri="{FF2B5EF4-FFF2-40B4-BE49-F238E27FC236}">
                <a16:creationId xmlns:a16="http://schemas.microsoft.com/office/drawing/2014/main" id="{711E3559-68CA-437E-BD12-A9953AE1E88F}"/>
              </a:ext>
              <a:ext uri="{C183D7F6-B498-43B3-948B-1728B52AA6E4}">
                <adec:decorative xmlns:adec="http://schemas.microsoft.com/office/drawing/2017/decorative" val="1"/>
              </a:ext>
            </a:extLst>
          </p:cNvPr>
          <p:cNvCxnSpPr/>
          <p:nvPr userDrawn="1"/>
        </p:nvCxnSpPr>
        <p:spPr>
          <a:xfrm>
            <a:off x="940445" y="4069080"/>
            <a:ext cx="1033272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Data — symbol zastępczy 1">
            <a:extLst>
              <a:ext uri="{FF2B5EF4-FFF2-40B4-BE49-F238E27FC236}">
                <a16:creationId xmlns:a16="http://schemas.microsoft.com/office/drawing/2014/main" id="{62C0F98D-B2D7-4EDC-ADD0-9B61A901FCEA}"/>
              </a:ext>
            </a:extLst>
          </p:cNvPr>
          <p:cNvSpPr>
            <a:spLocks noGrp="1"/>
          </p:cNvSpPr>
          <p:nvPr>
            <p:ph type="dt" sz="half" idx="60"/>
          </p:nvPr>
        </p:nvSpPr>
        <p:spPr>
          <a:xfrm>
            <a:off x="838200" y="6356350"/>
            <a:ext cx="2743200" cy="365125"/>
          </a:xfrm>
        </p:spPr>
        <p:txBody>
          <a:bodyPr rtlCol="0"/>
          <a:lstStyle/>
          <a:p>
            <a:pPr rtl="0"/>
            <a:r>
              <a:rPr lang="pl-PL" noProof="0"/>
              <a:t>20XX</a:t>
            </a:r>
          </a:p>
        </p:txBody>
      </p:sp>
      <p:sp>
        <p:nvSpPr>
          <p:cNvPr id="6" name="Stopka — symbol zastępczy 5">
            <a:extLst>
              <a:ext uri="{FF2B5EF4-FFF2-40B4-BE49-F238E27FC236}">
                <a16:creationId xmlns:a16="http://schemas.microsoft.com/office/drawing/2014/main" id="{29E5E346-F307-4307-949D-77CDB6E6577A}"/>
              </a:ext>
            </a:extLst>
          </p:cNvPr>
          <p:cNvSpPr>
            <a:spLocks noGrp="1"/>
          </p:cNvSpPr>
          <p:nvPr>
            <p:ph type="ftr" sz="quarter" idx="10"/>
          </p:nvPr>
        </p:nvSpPr>
        <p:spPr/>
        <p:txBody>
          <a:bodyPr rtlCol="0"/>
          <a:lstStyle>
            <a:lvl1pPr>
              <a:defRPr>
                <a:solidFill>
                  <a:schemeClr val="tx1">
                    <a:lumMod val="75000"/>
                    <a:lumOff val="25000"/>
                  </a:schemeClr>
                </a:solidFill>
              </a:defRPr>
            </a:lvl1pPr>
          </a:lstStyle>
          <a:p>
            <a:pPr rtl="0"/>
            <a:r>
              <a:rPr lang="pl-PL" noProof="0"/>
              <a:t>Tytuł prezentacji</a:t>
            </a:r>
          </a:p>
        </p:txBody>
      </p:sp>
      <p:sp>
        <p:nvSpPr>
          <p:cNvPr id="7" name="Numer slajdu — symbol zastępczy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rtlCol="0"/>
          <a:lstStyle>
            <a:lvl1pPr>
              <a:defRPr>
                <a:solidFill>
                  <a:schemeClr val="tx1">
                    <a:lumMod val="75000"/>
                    <a:lumOff val="25000"/>
                  </a:schemeClr>
                </a:solidFill>
              </a:defRPr>
            </a:lvl1pPr>
          </a:lstStyle>
          <a:p>
            <a:pPr rtl="0"/>
            <a:fld id="{19B51A1E-902D-48AF-9020-955120F399B6}" type="slidenum">
              <a:rPr lang="pl-PL" noProof="0" smtClean="0"/>
              <a:pPr rtl="0"/>
              <a:t>‹#›</a:t>
            </a:fld>
            <a:endParaRPr lang="pl-PL" noProof="0"/>
          </a:p>
        </p:txBody>
      </p:sp>
    </p:spTree>
    <p:extLst>
      <p:ext uri="{BB962C8B-B14F-4D97-AF65-F5344CB8AC3E}">
        <p14:creationId xmlns:p14="http://schemas.microsoft.com/office/powerpoint/2010/main" val="4242866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3" name="Zawartość — symbol zastępczy 2">
            <a:extLst>
              <a:ext uri="{FF2B5EF4-FFF2-40B4-BE49-F238E27FC236}">
                <a16:creationId xmlns:a16="http://schemas.microsoft.com/office/drawing/2014/main" id="{BF8F5A6A-E29E-401A-801A-8FD9CAABA7A5}"/>
              </a:ext>
            </a:extLst>
          </p:cNvPr>
          <p:cNvSpPr>
            <a:spLocks noGrp="1"/>
          </p:cNvSpPr>
          <p:nvPr>
            <p:ph idx="1" hasCustomPrompt="1"/>
          </p:nvPr>
        </p:nvSpPr>
        <p:spPr>
          <a:xfrm>
            <a:off x="838200" y="1685925"/>
            <a:ext cx="10515600" cy="4097059"/>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2" name="Tytuł 1">
            <a:extLst>
              <a:ext uri="{FF2B5EF4-FFF2-40B4-BE49-F238E27FC236}">
                <a16:creationId xmlns:a16="http://schemas.microsoft.com/office/drawing/2014/main" id="{A4AE12D1-08AF-45E9-A34A-BDE9E860BAA2}"/>
              </a:ext>
            </a:extLst>
          </p:cNvPr>
          <p:cNvSpPr>
            <a:spLocks noGrp="1"/>
          </p:cNvSpPr>
          <p:nvPr>
            <p:ph type="title" hasCustomPrompt="1"/>
          </p:nvPr>
        </p:nvSpPr>
        <p:spPr/>
        <p:txBody>
          <a:bodyPr rtlCol="0"/>
          <a:lstStyle>
            <a:lvl1pPr algn="ctr">
              <a:defRPr/>
            </a:lvl1pPr>
          </a:lstStyle>
          <a:p>
            <a:pPr rtl="0"/>
            <a:r>
              <a:rPr lang="pl-PL" noProof="0"/>
              <a:t>Kliknij, aby edytować styl wzorca tytułu</a:t>
            </a:r>
          </a:p>
        </p:txBody>
      </p:sp>
      <p:sp>
        <p:nvSpPr>
          <p:cNvPr id="4" name="Data — symbol zastępczy 3">
            <a:extLst>
              <a:ext uri="{FF2B5EF4-FFF2-40B4-BE49-F238E27FC236}">
                <a16:creationId xmlns:a16="http://schemas.microsoft.com/office/drawing/2014/main" id="{3EDAC16E-5725-4AC1-AB85-871F25D26688}"/>
              </a:ext>
            </a:extLst>
          </p:cNvPr>
          <p:cNvSpPr>
            <a:spLocks noGrp="1"/>
          </p:cNvSpPr>
          <p:nvPr>
            <p:ph type="dt" sz="half" idx="10"/>
          </p:nvPr>
        </p:nvSpPr>
        <p:spPr/>
        <p:txBody>
          <a:bodyPr rtlCol="0"/>
          <a:lstStyle/>
          <a:p>
            <a:pPr rtl="0"/>
            <a:r>
              <a:rPr lang="pl-PL" noProof="0"/>
              <a:t>20XX</a:t>
            </a:r>
          </a:p>
        </p:txBody>
      </p:sp>
      <p:sp>
        <p:nvSpPr>
          <p:cNvPr id="5" name="Stopka — symbol zastępczy 4">
            <a:extLst>
              <a:ext uri="{FF2B5EF4-FFF2-40B4-BE49-F238E27FC236}">
                <a16:creationId xmlns:a16="http://schemas.microsoft.com/office/drawing/2014/main" id="{FD10B5D8-71E9-48DC-A04C-559359603CB0}"/>
              </a:ext>
            </a:extLst>
          </p:cNvPr>
          <p:cNvSpPr>
            <a:spLocks noGrp="1"/>
          </p:cNvSpPr>
          <p:nvPr>
            <p:ph type="ftr" sz="quarter" idx="11"/>
          </p:nvPr>
        </p:nvSpPr>
        <p:spPr/>
        <p:txBody>
          <a:bodyPr rtlCol="0"/>
          <a:lstStyle/>
          <a:p>
            <a:pPr rtl="0"/>
            <a:r>
              <a:rPr lang="pl-PL" noProof="0"/>
              <a:t>Tytuł prezentacji</a:t>
            </a:r>
          </a:p>
        </p:txBody>
      </p:sp>
      <p:sp>
        <p:nvSpPr>
          <p:cNvPr id="6" name="Numer slajdu — symbol zastępczy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11645874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pcja zespołu 1">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lstStyle>
            <a:lvl1pPr algn="ctr">
              <a:defRPr/>
            </a:lvl1pPr>
          </a:lstStyle>
          <a:p>
            <a:pPr rtl="0"/>
            <a:r>
              <a:rPr lang="pl-PL" noProof="0"/>
              <a:t>Kliknij, aby edytować styl wzorca tytułu</a:t>
            </a:r>
          </a:p>
        </p:txBody>
      </p:sp>
      <p:sp>
        <p:nvSpPr>
          <p:cNvPr id="7" name="Obraz — symbol zastępczy 6">
            <a:extLst>
              <a:ext uri="{FF2B5EF4-FFF2-40B4-BE49-F238E27FC236}">
                <a16:creationId xmlns:a16="http://schemas.microsoft.com/office/drawing/2014/main" id="{37BA1CDE-376A-4ABA-B8B8-75D6A678096B}"/>
              </a:ext>
            </a:extLst>
          </p:cNvPr>
          <p:cNvSpPr>
            <a:spLocks noGrp="1"/>
          </p:cNvSpPr>
          <p:nvPr>
            <p:ph type="pic" sz="quarter" idx="13"/>
          </p:nvPr>
        </p:nvSpPr>
        <p:spPr>
          <a:xfrm>
            <a:off x="1335515" y="1718402"/>
            <a:ext cx="2286000" cy="3566160"/>
          </a:xfrm>
          <a:solidFill>
            <a:schemeClr val="accent6"/>
          </a:solidFill>
        </p:spPr>
        <p:txBody>
          <a:bodyPr rtlCol="0"/>
          <a:lstStyle/>
          <a:p>
            <a:pPr rtl="0"/>
            <a:r>
              <a:rPr lang="pl-PL" noProof="0"/>
              <a:t>Kliknij ikonę, aby dodać obraz</a:t>
            </a:r>
          </a:p>
        </p:txBody>
      </p:sp>
      <p:sp>
        <p:nvSpPr>
          <p:cNvPr id="9" name="Tekst — symbol zastępczy 8">
            <a:extLst>
              <a:ext uri="{FF2B5EF4-FFF2-40B4-BE49-F238E27FC236}">
                <a16:creationId xmlns:a16="http://schemas.microsoft.com/office/drawing/2014/main" id="{1B8F9B77-308B-48E1-BCAC-0C74FB9A1CF4}"/>
              </a:ext>
            </a:extLst>
          </p:cNvPr>
          <p:cNvSpPr>
            <a:spLocks noGrp="1"/>
          </p:cNvSpPr>
          <p:nvPr>
            <p:ph type="body" sz="quarter" idx="14" hasCustomPrompt="1"/>
          </p:nvPr>
        </p:nvSpPr>
        <p:spPr>
          <a:xfrm>
            <a:off x="1335515" y="5359799"/>
            <a:ext cx="2286000" cy="365125"/>
          </a:xfrm>
        </p:spPr>
        <p:txBody>
          <a:bodyPr rtlCol="0" anchor="ctr" anchorCtr="0">
            <a:noAutofit/>
          </a:bodyPr>
          <a:lstStyle>
            <a:lvl1pPr marL="0" indent="0" algn="ctr">
              <a:buNone/>
              <a:defRPr sz="16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10" name="Tekst — symbol zastępczy 8">
            <a:extLst>
              <a:ext uri="{FF2B5EF4-FFF2-40B4-BE49-F238E27FC236}">
                <a16:creationId xmlns:a16="http://schemas.microsoft.com/office/drawing/2014/main" id="{50BA97C8-6774-46D2-9678-1BA2BE8C9D3E}"/>
              </a:ext>
            </a:extLst>
          </p:cNvPr>
          <p:cNvSpPr>
            <a:spLocks noGrp="1"/>
          </p:cNvSpPr>
          <p:nvPr>
            <p:ph type="body" sz="quarter" idx="15" hasCustomPrompt="1"/>
          </p:nvPr>
        </p:nvSpPr>
        <p:spPr>
          <a:xfrm>
            <a:off x="1335515" y="5743005"/>
            <a:ext cx="2286000" cy="365125"/>
          </a:xfrm>
        </p:spPr>
        <p:txBody>
          <a:bodyPr rtlCol="0">
            <a:noAutofit/>
          </a:bodyPr>
          <a:lstStyle>
            <a:lvl1pPr marL="0" indent="0" algn="ctr">
              <a:buNone/>
              <a:defRPr sz="14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11" name="Obraz — symbol zastępczy 6">
            <a:extLst>
              <a:ext uri="{FF2B5EF4-FFF2-40B4-BE49-F238E27FC236}">
                <a16:creationId xmlns:a16="http://schemas.microsoft.com/office/drawing/2014/main" id="{D48977F0-CAE5-4054-B1AC-16B25EB28CBA}"/>
              </a:ext>
            </a:extLst>
          </p:cNvPr>
          <p:cNvSpPr>
            <a:spLocks noGrp="1"/>
          </p:cNvSpPr>
          <p:nvPr>
            <p:ph type="pic" sz="quarter" idx="16"/>
          </p:nvPr>
        </p:nvSpPr>
        <p:spPr>
          <a:xfrm>
            <a:off x="3754036" y="1718798"/>
            <a:ext cx="2286000" cy="3566160"/>
          </a:xfrm>
          <a:solidFill>
            <a:schemeClr val="accent6"/>
          </a:solidFill>
        </p:spPr>
        <p:txBody>
          <a:bodyPr rtlCol="0"/>
          <a:lstStyle/>
          <a:p>
            <a:pPr rtl="0"/>
            <a:r>
              <a:rPr lang="pl-PL" noProof="0"/>
              <a:t>Kliknij ikonę, aby dodać obraz</a:t>
            </a:r>
          </a:p>
        </p:txBody>
      </p:sp>
      <p:sp>
        <p:nvSpPr>
          <p:cNvPr id="12" name="Tekst — symbol zastępczy 8">
            <a:extLst>
              <a:ext uri="{FF2B5EF4-FFF2-40B4-BE49-F238E27FC236}">
                <a16:creationId xmlns:a16="http://schemas.microsoft.com/office/drawing/2014/main" id="{035550F1-A852-48F3-9C1C-C64F3B8D4D7E}"/>
              </a:ext>
            </a:extLst>
          </p:cNvPr>
          <p:cNvSpPr>
            <a:spLocks noGrp="1"/>
          </p:cNvSpPr>
          <p:nvPr>
            <p:ph type="body" sz="quarter" idx="17" hasCustomPrompt="1"/>
          </p:nvPr>
        </p:nvSpPr>
        <p:spPr>
          <a:xfrm>
            <a:off x="3754036" y="5360195"/>
            <a:ext cx="2286000" cy="365125"/>
          </a:xfrm>
        </p:spPr>
        <p:txBody>
          <a:bodyPr rtlCol="0" anchor="ctr" anchorCtr="0">
            <a:noAutofit/>
          </a:bodyPr>
          <a:lstStyle>
            <a:lvl1pPr marL="0" indent="0" algn="ctr">
              <a:buNone/>
              <a:defRPr sz="16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13" name="Tekst — symbol zastępczy 8">
            <a:extLst>
              <a:ext uri="{FF2B5EF4-FFF2-40B4-BE49-F238E27FC236}">
                <a16:creationId xmlns:a16="http://schemas.microsoft.com/office/drawing/2014/main" id="{D757D7CE-02BE-4D9B-A676-F2967D660EC0}"/>
              </a:ext>
            </a:extLst>
          </p:cNvPr>
          <p:cNvSpPr>
            <a:spLocks noGrp="1"/>
          </p:cNvSpPr>
          <p:nvPr>
            <p:ph type="body" sz="quarter" idx="18" hasCustomPrompt="1"/>
          </p:nvPr>
        </p:nvSpPr>
        <p:spPr>
          <a:xfrm>
            <a:off x="3754036" y="5743401"/>
            <a:ext cx="2286000" cy="365125"/>
          </a:xfrm>
        </p:spPr>
        <p:txBody>
          <a:bodyPr rtlCol="0">
            <a:noAutofit/>
          </a:bodyPr>
          <a:lstStyle>
            <a:lvl1pPr marL="0" indent="0" algn="ctr">
              <a:buNone/>
              <a:defRPr sz="14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14" name="Obraz — symbol zastępczy 6">
            <a:extLst>
              <a:ext uri="{FF2B5EF4-FFF2-40B4-BE49-F238E27FC236}">
                <a16:creationId xmlns:a16="http://schemas.microsoft.com/office/drawing/2014/main" id="{64C29CA7-3B83-4C84-8407-F05C8CA7084D}"/>
              </a:ext>
            </a:extLst>
          </p:cNvPr>
          <p:cNvSpPr>
            <a:spLocks noGrp="1"/>
          </p:cNvSpPr>
          <p:nvPr>
            <p:ph type="pic" sz="quarter" idx="19"/>
          </p:nvPr>
        </p:nvSpPr>
        <p:spPr>
          <a:xfrm>
            <a:off x="6172557" y="1718402"/>
            <a:ext cx="2286000" cy="3566160"/>
          </a:xfrm>
          <a:solidFill>
            <a:schemeClr val="accent6"/>
          </a:solidFill>
        </p:spPr>
        <p:txBody>
          <a:bodyPr rtlCol="0"/>
          <a:lstStyle/>
          <a:p>
            <a:pPr rtl="0"/>
            <a:r>
              <a:rPr lang="pl-PL" noProof="0"/>
              <a:t>Kliknij ikonę, aby dodać obraz</a:t>
            </a:r>
          </a:p>
        </p:txBody>
      </p:sp>
      <p:sp>
        <p:nvSpPr>
          <p:cNvPr id="15" name="Tekst — symbol zastępczy 8">
            <a:extLst>
              <a:ext uri="{FF2B5EF4-FFF2-40B4-BE49-F238E27FC236}">
                <a16:creationId xmlns:a16="http://schemas.microsoft.com/office/drawing/2014/main" id="{62304448-704D-4C85-87B3-13204A597E05}"/>
              </a:ext>
            </a:extLst>
          </p:cNvPr>
          <p:cNvSpPr>
            <a:spLocks noGrp="1"/>
          </p:cNvSpPr>
          <p:nvPr>
            <p:ph type="body" sz="quarter" idx="20" hasCustomPrompt="1"/>
          </p:nvPr>
        </p:nvSpPr>
        <p:spPr>
          <a:xfrm>
            <a:off x="6172557" y="5360195"/>
            <a:ext cx="2286000" cy="365125"/>
          </a:xfrm>
        </p:spPr>
        <p:txBody>
          <a:bodyPr rtlCol="0" anchor="ctr" anchorCtr="0">
            <a:noAutofit/>
          </a:bodyPr>
          <a:lstStyle>
            <a:lvl1pPr marL="0" indent="0" algn="ctr">
              <a:buNone/>
              <a:defRPr sz="16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16" name="Tekst — symbol zastępczy 8">
            <a:extLst>
              <a:ext uri="{FF2B5EF4-FFF2-40B4-BE49-F238E27FC236}">
                <a16:creationId xmlns:a16="http://schemas.microsoft.com/office/drawing/2014/main" id="{BB608A2D-D2B2-4E41-89DB-745BBE2D8B47}"/>
              </a:ext>
            </a:extLst>
          </p:cNvPr>
          <p:cNvSpPr>
            <a:spLocks noGrp="1"/>
          </p:cNvSpPr>
          <p:nvPr>
            <p:ph type="body" sz="quarter" idx="21" hasCustomPrompt="1"/>
          </p:nvPr>
        </p:nvSpPr>
        <p:spPr>
          <a:xfrm>
            <a:off x="6172557" y="5743401"/>
            <a:ext cx="2286000" cy="365125"/>
          </a:xfrm>
        </p:spPr>
        <p:txBody>
          <a:bodyPr rtlCol="0">
            <a:noAutofit/>
          </a:bodyPr>
          <a:lstStyle>
            <a:lvl1pPr marL="0" indent="0" algn="ctr">
              <a:buNone/>
              <a:defRPr sz="14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17" name="Obraz — symbol zastępczy 6">
            <a:extLst>
              <a:ext uri="{FF2B5EF4-FFF2-40B4-BE49-F238E27FC236}">
                <a16:creationId xmlns:a16="http://schemas.microsoft.com/office/drawing/2014/main" id="{B1A1DC22-0E05-43FC-8E91-0BE7AA25EEF8}"/>
              </a:ext>
            </a:extLst>
          </p:cNvPr>
          <p:cNvSpPr>
            <a:spLocks noGrp="1"/>
          </p:cNvSpPr>
          <p:nvPr>
            <p:ph type="pic" sz="quarter" idx="22"/>
          </p:nvPr>
        </p:nvSpPr>
        <p:spPr>
          <a:xfrm>
            <a:off x="8578378" y="1718798"/>
            <a:ext cx="2286000" cy="3566160"/>
          </a:xfrm>
          <a:solidFill>
            <a:schemeClr val="accent6"/>
          </a:solidFill>
        </p:spPr>
        <p:txBody>
          <a:bodyPr rtlCol="0"/>
          <a:lstStyle/>
          <a:p>
            <a:pPr rtl="0"/>
            <a:r>
              <a:rPr lang="pl-PL" noProof="0"/>
              <a:t>Kliknij ikonę, aby dodać obraz</a:t>
            </a:r>
          </a:p>
        </p:txBody>
      </p:sp>
      <p:sp>
        <p:nvSpPr>
          <p:cNvPr id="18" name="Tekst — symbol zastępczy 8">
            <a:extLst>
              <a:ext uri="{FF2B5EF4-FFF2-40B4-BE49-F238E27FC236}">
                <a16:creationId xmlns:a16="http://schemas.microsoft.com/office/drawing/2014/main" id="{25676C67-0CCC-403A-9B15-B42740FCF064}"/>
              </a:ext>
            </a:extLst>
          </p:cNvPr>
          <p:cNvSpPr>
            <a:spLocks noGrp="1"/>
          </p:cNvSpPr>
          <p:nvPr>
            <p:ph type="body" sz="quarter" idx="23" hasCustomPrompt="1"/>
          </p:nvPr>
        </p:nvSpPr>
        <p:spPr>
          <a:xfrm>
            <a:off x="8578378" y="5360195"/>
            <a:ext cx="2286000" cy="365125"/>
          </a:xfrm>
        </p:spPr>
        <p:txBody>
          <a:bodyPr rtlCol="0" anchor="ctr" anchorCtr="0">
            <a:noAutofit/>
          </a:bodyPr>
          <a:lstStyle>
            <a:lvl1pPr marL="0" indent="0" algn="ctr">
              <a:buNone/>
              <a:defRPr sz="16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19" name="Tekst — symbol zastępczy 8">
            <a:extLst>
              <a:ext uri="{FF2B5EF4-FFF2-40B4-BE49-F238E27FC236}">
                <a16:creationId xmlns:a16="http://schemas.microsoft.com/office/drawing/2014/main" id="{25CC45AB-977D-4580-9F1A-2E786542EE50}"/>
              </a:ext>
            </a:extLst>
          </p:cNvPr>
          <p:cNvSpPr>
            <a:spLocks noGrp="1"/>
          </p:cNvSpPr>
          <p:nvPr>
            <p:ph type="body" sz="quarter" idx="24" hasCustomPrompt="1"/>
          </p:nvPr>
        </p:nvSpPr>
        <p:spPr>
          <a:xfrm>
            <a:off x="8578378" y="5743401"/>
            <a:ext cx="2286000" cy="365125"/>
          </a:xfrm>
        </p:spPr>
        <p:txBody>
          <a:bodyPr rtlCol="0">
            <a:noAutofit/>
          </a:bodyPr>
          <a:lstStyle>
            <a:lvl1pPr marL="0" indent="0" algn="ctr">
              <a:buNone/>
              <a:defRPr sz="14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3" name="Data — symbol zastępczy 2">
            <a:extLst>
              <a:ext uri="{FF2B5EF4-FFF2-40B4-BE49-F238E27FC236}">
                <a16:creationId xmlns:a16="http://schemas.microsoft.com/office/drawing/2014/main" id="{9CAF00A3-1058-4FA9-A985-03711701054C}"/>
              </a:ext>
            </a:extLst>
          </p:cNvPr>
          <p:cNvSpPr>
            <a:spLocks noGrp="1"/>
          </p:cNvSpPr>
          <p:nvPr>
            <p:ph type="dt" sz="half" idx="10"/>
          </p:nvPr>
        </p:nvSpPr>
        <p:spPr/>
        <p:txBody>
          <a:bodyPr rtlCol="0"/>
          <a:lstStyle/>
          <a:p>
            <a:pPr rtl="0"/>
            <a:r>
              <a:rPr lang="pl-PL" noProof="0"/>
              <a:t>20XX</a:t>
            </a:r>
          </a:p>
        </p:txBody>
      </p:sp>
      <p:sp>
        <p:nvSpPr>
          <p:cNvPr id="4" name="Stopka — symbol zastępczy 3">
            <a:extLst>
              <a:ext uri="{FF2B5EF4-FFF2-40B4-BE49-F238E27FC236}">
                <a16:creationId xmlns:a16="http://schemas.microsoft.com/office/drawing/2014/main" id="{A00F60BE-20E1-40C5-85E7-AEAABD0C0DE6}"/>
              </a:ext>
            </a:extLst>
          </p:cNvPr>
          <p:cNvSpPr>
            <a:spLocks noGrp="1"/>
          </p:cNvSpPr>
          <p:nvPr>
            <p:ph type="ftr" sz="quarter" idx="11"/>
          </p:nvPr>
        </p:nvSpPr>
        <p:spPr/>
        <p:txBody>
          <a:bodyPr rtlCol="0"/>
          <a:lstStyle/>
          <a:p>
            <a:pPr rtl="0"/>
            <a:r>
              <a:rPr lang="pl-PL" noProof="0"/>
              <a:t>Tytuł prezentacji</a:t>
            </a:r>
          </a:p>
        </p:txBody>
      </p:sp>
      <p:sp>
        <p:nvSpPr>
          <p:cNvPr id="5" name="Numer slajdu — symbol zastępczy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39566992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pcja zespołu 1">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lstStyle>
            <a:lvl1pPr algn="ctr">
              <a:defRPr/>
            </a:lvl1pPr>
          </a:lstStyle>
          <a:p>
            <a:pPr rtl="0"/>
            <a:r>
              <a:rPr lang="pl-PL" noProof="0"/>
              <a:t>Kliknij, aby edytować styl wzorca tytułu</a:t>
            </a:r>
          </a:p>
        </p:txBody>
      </p:sp>
      <p:sp>
        <p:nvSpPr>
          <p:cNvPr id="7" name="Obraz — symbol zastępczy 6">
            <a:extLst>
              <a:ext uri="{FF2B5EF4-FFF2-40B4-BE49-F238E27FC236}">
                <a16:creationId xmlns:a16="http://schemas.microsoft.com/office/drawing/2014/main" id="{37BA1CDE-376A-4ABA-B8B8-75D6A678096B}"/>
              </a:ext>
            </a:extLst>
          </p:cNvPr>
          <p:cNvSpPr>
            <a:spLocks noGrp="1"/>
          </p:cNvSpPr>
          <p:nvPr>
            <p:ph type="pic" sz="quarter" idx="13"/>
          </p:nvPr>
        </p:nvSpPr>
        <p:spPr>
          <a:xfrm>
            <a:off x="1335515" y="1717141"/>
            <a:ext cx="2286000" cy="1554480"/>
          </a:xfrm>
          <a:solidFill>
            <a:schemeClr val="accent6"/>
          </a:solidFill>
        </p:spPr>
        <p:txBody>
          <a:bodyPr rtlCol="0"/>
          <a:lstStyle/>
          <a:p>
            <a:pPr rtl="0"/>
            <a:r>
              <a:rPr lang="pl-PL" noProof="0"/>
              <a:t>Kliknij ikonę, aby dodać obraz</a:t>
            </a:r>
          </a:p>
        </p:txBody>
      </p:sp>
      <p:sp>
        <p:nvSpPr>
          <p:cNvPr id="9" name="Tekst — symbol zastępczy 8">
            <a:extLst>
              <a:ext uri="{FF2B5EF4-FFF2-40B4-BE49-F238E27FC236}">
                <a16:creationId xmlns:a16="http://schemas.microsoft.com/office/drawing/2014/main" id="{1B8F9B77-308B-48E1-BCAC-0C74FB9A1CF4}"/>
              </a:ext>
            </a:extLst>
          </p:cNvPr>
          <p:cNvSpPr>
            <a:spLocks noGrp="1"/>
          </p:cNvSpPr>
          <p:nvPr>
            <p:ph type="body" sz="quarter" idx="14" hasCustomPrompt="1"/>
          </p:nvPr>
        </p:nvSpPr>
        <p:spPr>
          <a:xfrm>
            <a:off x="1335515" y="3323013"/>
            <a:ext cx="2286000" cy="274320"/>
          </a:xfrm>
        </p:spPr>
        <p:txBody>
          <a:bodyPr rtlCol="0" anchor="ctr" anchorCtr="0">
            <a:noAutofit/>
          </a:bodyPr>
          <a:lstStyle>
            <a:lvl1pPr marL="0" indent="0" algn="ctr">
              <a:buNone/>
              <a:defRPr sz="14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10" name="Tekst — symbol zastępczy 8">
            <a:extLst>
              <a:ext uri="{FF2B5EF4-FFF2-40B4-BE49-F238E27FC236}">
                <a16:creationId xmlns:a16="http://schemas.microsoft.com/office/drawing/2014/main" id="{50BA97C8-6774-46D2-9678-1BA2BE8C9D3E}"/>
              </a:ext>
            </a:extLst>
          </p:cNvPr>
          <p:cNvSpPr>
            <a:spLocks noGrp="1"/>
          </p:cNvSpPr>
          <p:nvPr>
            <p:ph type="body" sz="quarter" idx="15" hasCustomPrompt="1"/>
          </p:nvPr>
        </p:nvSpPr>
        <p:spPr>
          <a:xfrm>
            <a:off x="1335515" y="3610807"/>
            <a:ext cx="2286000" cy="274320"/>
          </a:xfrm>
        </p:spPr>
        <p:txBody>
          <a:bodyPr rtlCol="0">
            <a:noAutofit/>
          </a:bodyPr>
          <a:lstStyle>
            <a:lvl1pPr marL="0" indent="0" algn="ctr">
              <a:buNone/>
              <a:defRPr sz="12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11" name="Obraz — symbol zastępczy 6">
            <a:extLst>
              <a:ext uri="{FF2B5EF4-FFF2-40B4-BE49-F238E27FC236}">
                <a16:creationId xmlns:a16="http://schemas.microsoft.com/office/drawing/2014/main" id="{D48977F0-CAE5-4054-B1AC-16B25EB28CBA}"/>
              </a:ext>
            </a:extLst>
          </p:cNvPr>
          <p:cNvSpPr>
            <a:spLocks noGrp="1"/>
          </p:cNvSpPr>
          <p:nvPr>
            <p:ph type="pic" sz="quarter" idx="16"/>
          </p:nvPr>
        </p:nvSpPr>
        <p:spPr>
          <a:xfrm>
            <a:off x="3754036" y="1717537"/>
            <a:ext cx="2286000" cy="1554480"/>
          </a:xfrm>
          <a:solidFill>
            <a:schemeClr val="accent6"/>
          </a:solidFill>
        </p:spPr>
        <p:txBody>
          <a:bodyPr rtlCol="0"/>
          <a:lstStyle/>
          <a:p>
            <a:pPr rtl="0"/>
            <a:r>
              <a:rPr lang="pl-PL" noProof="0"/>
              <a:t>Kliknij ikonę, aby dodać obraz</a:t>
            </a:r>
          </a:p>
        </p:txBody>
      </p:sp>
      <p:sp>
        <p:nvSpPr>
          <p:cNvPr id="12" name="Tekst — symbol zastępczy 8">
            <a:extLst>
              <a:ext uri="{FF2B5EF4-FFF2-40B4-BE49-F238E27FC236}">
                <a16:creationId xmlns:a16="http://schemas.microsoft.com/office/drawing/2014/main" id="{035550F1-A852-48F3-9C1C-C64F3B8D4D7E}"/>
              </a:ext>
            </a:extLst>
          </p:cNvPr>
          <p:cNvSpPr>
            <a:spLocks noGrp="1"/>
          </p:cNvSpPr>
          <p:nvPr>
            <p:ph type="body" sz="quarter" idx="17" hasCustomPrompt="1"/>
          </p:nvPr>
        </p:nvSpPr>
        <p:spPr>
          <a:xfrm>
            <a:off x="3754036" y="3323409"/>
            <a:ext cx="2286000" cy="274320"/>
          </a:xfrm>
        </p:spPr>
        <p:txBody>
          <a:bodyPr rtlCol="0" anchor="ctr" anchorCtr="0">
            <a:noAutofit/>
          </a:bodyPr>
          <a:lstStyle>
            <a:lvl1pPr marL="0" indent="0" algn="ctr">
              <a:buNone/>
              <a:defRPr sz="14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13" name="Tekst — symbol zastępczy 8">
            <a:extLst>
              <a:ext uri="{FF2B5EF4-FFF2-40B4-BE49-F238E27FC236}">
                <a16:creationId xmlns:a16="http://schemas.microsoft.com/office/drawing/2014/main" id="{D757D7CE-02BE-4D9B-A676-F2967D660EC0}"/>
              </a:ext>
            </a:extLst>
          </p:cNvPr>
          <p:cNvSpPr>
            <a:spLocks noGrp="1"/>
          </p:cNvSpPr>
          <p:nvPr>
            <p:ph type="body" sz="quarter" idx="18" hasCustomPrompt="1"/>
          </p:nvPr>
        </p:nvSpPr>
        <p:spPr>
          <a:xfrm>
            <a:off x="3754036" y="3611203"/>
            <a:ext cx="2286000" cy="274320"/>
          </a:xfrm>
        </p:spPr>
        <p:txBody>
          <a:bodyPr rtlCol="0">
            <a:noAutofit/>
          </a:bodyPr>
          <a:lstStyle>
            <a:lvl1pPr marL="0" indent="0" algn="ctr">
              <a:buNone/>
              <a:defRPr sz="12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14" name="Obraz — symbol zastępczy 6">
            <a:extLst>
              <a:ext uri="{FF2B5EF4-FFF2-40B4-BE49-F238E27FC236}">
                <a16:creationId xmlns:a16="http://schemas.microsoft.com/office/drawing/2014/main" id="{64C29CA7-3B83-4C84-8407-F05C8CA7084D}"/>
              </a:ext>
            </a:extLst>
          </p:cNvPr>
          <p:cNvSpPr>
            <a:spLocks noGrp="1"/>
          </p:cNvSpPr>
          <p:nvPr>
            <p:ph type="pic" sz="quarter" idx="19"/>
          </p:nvPr>
        </p:nvSpPr>
        <p:spPr>
          <a:xfrm>
            <a:off x="6172557" y="1717141"/>
            <a:ext cx="2286000" cy="1554480"/>
          </a:xfrm>
          <a:solidFill>
            <a:schemeClr val="accent6"/>
          </a:solidFill>
        </p:spPr>
        <p:txBody>
          <a:bodyPr rtlCol="0"/>
          <a:lstStyle/>
          <a:p>
            <a:pPr rtl="0"/>
            <a:r>
              <a:rPr lang="pl-PL" noProof="0"/>
              <a:t>Kliknij ikonę, aby dodać obraz</a:t>
            </a:r>
          </a:p>
        </p:txBody>
      </p:sp>
      <p:sp>
        <p:nvSpPr>
          <p:cNvPr id="15" name="Tekst — symbol zastępczy 8">
            <a:extLst>
              <a:ext uri="{FF2B5EF4-FFF2-40B4-BE49-F238E27FC236}">
                <a16:creationId xmlns:a16="http://schemas.microsoft.com/office/drawing/2014/main" id="{62304448-704D-4C85-87B3-13204A597E05}"/>
              </a:ext>
            </a:extLst>
          </p:cNvPr>
          <p:cNvSpPr>
            <a:spLocks noGrp="1"/>
          </p:cNvSpPr>
          <p:nvPr>
            <p:ph type="body" sz="quarter" idx="20" hasCustomPrompt="1"/>
          </p:nvPr>
        </p:nvSpPr>
        <p:spPr>
          <a:xfrm>
            <a:off x="6172557" y="3323013"/>
            <a:ext cx="2286000" cy="274320"/>
          </a:xfrm>
        </p:spPr>
        <p:txBody>
          <a:bodyPr rtlCol="0" anchor="ctr" anchorCtr="0">
            <a:noAutofit/>
          </a:bodyPr>
          <a:lstStyle>
            <a:lvl1pPr marL="0" indent="0" algn="ctr">
              <a:buNone/>
              <a:defRPr sz="14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16" name="Tekst — symbol zastępczy 8">
            <a:extLst>
              <a:ext uri="{FF2B5EF4-FFF2-40B4-BE49-F238E27FC236}">
                <a16:creationId xmlns:a16="http://schemas.microsoft.com/office/drawing/2014/main" id="{BB608A2D-D2B2-4E41-89DB-745BBE2D8B47}"/>
              </a:ext>
            </a:extLst>
          </p:cNvPr>
          <p:cNvSpPr>
            <a:spLocks noGrp="1"/>
          </p:cNvSpPr>
          <p:nvPr>
            <p:ph type="body" sz="quarter" idx="21" hasCustomPrompt="1"/>
          </p:nvPr>
        </p:nvSpPr>
        <p:spPr>
          <a:xfrm>
            <a:off x="6172557" y="3610807"/>
            <a:ext cx="2286000" cy="274320"/>
          </a:xfrm>
        </p:spPr>
        <p:txBody>
          <a:bodyPr rtlCol="0">
            <a:noAutofit/>
          </a:bodyPr>
          <a:lstStyle>
            <a:lvl1pPr marL="0" indent="0" algn="ctr">
              <a:buNone/>
              <a:defRPr sz="12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17" name="Obraz — symbol zastępczy 6">
            <a:extLst>
              <a:ext uri="{FF2B5EF4-FFF2-40B4-BE49-F238E27FC236}">
                <a16:creationId xmlns:a16="http://schemas.microsoft.com/office/drawing/2014/main" id="{B1A1DC22-0E05-43FC-8E91-0BE7AA25EEF8}"/>
              </a:ext>
            </a:extLst>
          </p:cNvPr>
          <p:cNvSpPr>
            <a:spLocks noGrp="1"/>
          </p:cNvSpPr>
          <p:nvPr>
            <p:ph type="pic" sz="quarter" idx="22"/>
          </p:nvPr>
        </p:nvSpPr>
        <p:spPr>
          <a:xfrm>
            <a:off x="8578378" y="1717141"/>
            <a:ext cx="2286000" cy="1554480"/>
          </a:xfrm>
          <a:solidFill>
            <a:schemeClr val="accent6"/>
          </a:solidFill>
        </p:spPr>
        <p:txBody>
          <a:bodyPr rtlCol="0"/>
          <a:lstStyle/>
          <a:p>
            <a:pPr rtl="0"/>
            <a:r>
              <a:rPr lang="pl-PL" noProof="0"/>
              <a:t>Kliknij ikonę, aby dodać obraz</a:t>
            </a:r>
          </a:p>
        </p:txBody>
      </p:sp>
      <p:sp>
        <p:nvSpPr>
          <p:cNvPr id="18" name="Tekst — symbol zastępczy 8">
            <a:extLst>
              <a:ext uri="{FF2B5EF4-FFF2-40B4-BE49-F238E27FC236}">
                <a16:creationId xmlns:a16="http://schemas.microsoft.com/office/drawing/2014/main" id="{25676C67-0CCC-403A-9B15-B42740FCF064}"/>
              </a:ext>
            </a:extLst>
          </p:cNvPr>
          <p:cNvSpPr>
            <a:spLocks noGrp="1"/>
          </p:cNvSpPr>
          <p:nvPr>
            <p:ph type="body" sz="quarter" idx="23" hasCustomPrompt="1"/>
          </p:nvPr>
        </p:nvSpPr>
        <p:spPr>
          <a:xfrm>
            <a:off x="8578378" y="3323013"/>
            <a:ext cx="2286000" cy="274320"/>
          </a:xfrm>
        </p:spPr>
        <p:txBody>
          <a:bodyPr rtlCol="0" anchor="ctr" anchorCtr="0">
            <a:noAutofit/>
          </a:bodyPr>
          <a:lstStyle>
            <a:lvl1pPr marL="0" indent="0" algn="ctr">
              <a:buNone/>
              <a:defRPr sz="14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19" name="Tekst — symbol zastępczy 8">
            <a:extLst>
              <a:ext uri="{FF2B5EF4-FFF2-40B4-BE49-F238E27FC236}">
                <a16:creationId xmlns:a16="http://schemas.microsoft.com/office/drawing/2014/main" id="{25CC45AB-977D-4580-9F1A-2E786542EE50}"/>
              </a:ext>
            </a:extLst>
          </p:cNvPr>
          <p:cNvSpPr>
            <a:spLocks noGrp="1"/>
          </p:cNvSpPr>
          <p:nvPr>
            <p:ph type="body" sz="quarter" idx="24" hasCustomPrompt="1"/>
          </p:nvPr>
        </p:nvSpPr>
        <p:spPr>
          <a:xfrm>
            <a:off x="8578378" y="3610807"/>
            <a:ext cx="2286000" cy="274320"/>
          </a:xfrm>
        </p:spPr>
        <p:txBody>
          <a:bodyPr rtlCol="0">
            <a:noAutofit/>
          </a:bodyPr>
          <a:lstStyle>
            <a:lvl1pPr marL="0" indent="0" algn="ctr">
              <a:buNone/>
              <a:defRPr sz="12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44" name="Obraz — symbol zastępczy 6">
            <a:extLst>
              <a:ext uri="{FF2B5EF4-FFF2-40B4-BE49-F238E27FC236}">
                <a16:creationId xmlns:a16="http://schemas.microsoft.com/office/drawing/2014/main" id="{27688D91-F8AA-4C0A-BF29-90F8FE202DAC}"/>
              </a:ext>
            </a:extLst>
          </p:cNvPr>
          <p:cNvSpPr>
            <a:spLocks noGrp="1"/>
          </p:cNvSpPr>
          <p:nvPr>
            <p:ph type="pic" sz="quarter" idx="25"/>
          </p:nvPr>
        </p:nvSpPr>
        <p:spPr>
          <a:xfrm>
            <a:off x="1325219" y="4131915"/>
            <a:ext cx="2286000" cy="1554480"/>
          </a:xfrm>
          <a:solidFill>
            <a:schemeClr val="accent6"/>
          </a:solidFill>
        </p:spPr>
        <p:txBody>
          <a:bodyPr rtlCol="0"/>
          <a:lstStyle/>
          <a:p>
            <a:pPr rtl="0"/>
            <a:r>
              <a:rPr lang="pl-PL" noProof="0"/>
              <a:t>Kliknij ikonę, aby dodać obraz</a:t>
            </a:r>
          </a:p>
        </p:txBody>
      </p:sp>
      <p:sp>
        <p:nvSpPr>
          <p:cNvPr id="45" name="Tekst — symbol zastępczy 8">
            <a:extLst>
              <a:ext uri="{FF2B5EF4-FFF2-40B4-BE49-F238E27FC236}">
                <a16:creationId xmlns:a16="http://schemas.microsoft.com/office/drawing/2014/main" id="{D9AECBF7-0508-4905-9DF6-C0FF9D9ADA48}"/>
              </a:ext>
            </a:extLst>
          </p:cNvPr>
          <p:cNvSpPr>
            <a:spLocks noGrp="1"/>
          </p:cNvSpPr>
          <p:nvPr>
            <p:ph type="body" sz="quarter" idx="26" hasCustomPrompt="1"/>
          </p:nvPr>
        </p:nvSpPr>
        <p:spPr>
          <a:xfrm>
            <a:off x="1325219" y="5737787"/>
            <a:ext cx="2286000" cy="274320"/>
          </a:xfrm>
        </p:spPr>
        <p:txBody>
          <a:bodyPr rtlCol="0" anchor="ctr" anchorCtr="0">
            <a:noAutofit/>
          </a:bodyPr>
          <a:lstStyle>
            <a:lvl1pPr marL="0" indent="0" algn="ctr">
              <a:buNone/>
              <a:defRPr sz="14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46" name="Tekst — symbol zastępczy 8">
            <a:extLst>
              <a:ext uri="{FF2B5EF4-FFF2-40B4-BE49-F238E27FC236}">
                <a16:creationId xmlns:a16="http://schemas.microsoft.com/office/drawing/2014/main" id="{A7F920A3-CA67-4CD0-A639-1CE803DE26F8}"/>
              </a:ext>
            </a:extLst>
          </p:cNvPr>
          <p:cNvSpPr>
            <a:spLocks noGrp="1"/>
          </p:cNvSpPr>
          <p:nvPr>
            <p:ph type="body" sz="quarter" idx="27" hasCustomPrompt="1"/>
          </p:nvPr>
        </p:nvSpPr>
        <p:spPr>
          <a:xfrm>
            <a:off x="1325219" y="6025581"/>
            <a:ext cx="2286000" cy="274320"/>
          </a:xfrm>
        </p:spPr>
        <p:txBody>
          <a:bodyPr rtlCol="0">
            <a:noAutofit/>
          </a:bodyPr>
          <a:lstStyle>
            <a:lvl1pPr marL="0" indent="0" algn="ctr">
              <a:buNone/>
              <a:defRPr sz="12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47" name="Obraz — symbol zastępczy 6">
            <a:extLst>
              <a:ext uri="{FF2B5EF4-FFF2-40B4-BE49-F238E27FC236}">
                <a16:creationId xmlns:a16="http://schemas.microsoft.com/office/drawing/2014/main" id="{463E2C69-9A20-4A90-8F45-4EE6CFD469B6}"/>
              </a:ext>
            </a:extLst>
          </p:cNvPr>
          <p:cNvSpPr>
            <a:spLocks noGrp="1"/>
          </p:cNvSpPr>
          <p:nvPr>
            <p:ph type="pic" sz="quarter" idx="28"/>
          </p:nvPr>
        </p:nvSpPr>
        <p:spPr>
          <a:xfrm>
            <a:off x="3743740" y="4132311"/>
            <a:ext cx="2286000" cy="1554480"/>
          </a:xfrm>
          <a:solidFill>
            <a:schemeClr val="accent6"/>
          </a:solidFill>
        </p:spPr>
        <p:txBody>
          <a:bodyPr rtlCol="0"/>
          <a:lstStyle/>
          <a:p>
            <a:pPr rtl="0"/>
            <a:r>
              <a:rPr lang="pl-PL" noProof="0"/>
              <a:t>Kliknij ikonę, aby dodać obraz</a:t>
            </a:r>
          </a:p>
        </p:txBody>
      </p:sp>
      <p:sp>
        <p:nvSpPr>
          <p:cNvPr id="48" name="Tekst — symbol zastępczy 8">
            <a:extLst>
              <a:ext uri="{FF2B5EF4-FFF2-40B4-BE49-F238E27FC236}">
                <a16:creationId xmlns:a16="http://schemas.microsoft.com/office/drawing/2014/main" id="{D33409A7-C60B-4AD7-AFDF-23C2F042CECE}"/>
              </a:ext>
            </a:extLst>
          </p:cNvPr>
          <p:cNvSpPr>
            <a:spLocks noGrp="1"/>
          </p:cNvSpPr>
          <p:nvPr>
            <p:ph type="body" sz="quarter" idx="29" hasCustomPrompt="1"/>
          </p:nvPr>
        </p:nvSpPr>
        <p:spPr>
          <a:xfrm>
            <a:off x="3743740" y="5738183"/>
            <a:ext cx="2286000" cy="274320"/>
          </a:xfrm>
        </p:spPr>
        <p:txBody>
          <a:bodyPr rtlCol="0" anchor="ctr" anchorCtr="0">
            <a:noAutofit/>
          </a:bodyPr>
          <a:lstStyle>
            <a:lvl1pPr marL="0" indent="0" algn="ctr">
              <a:buNone/>
              <a:defRPr sz="14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49" name="Tekst — symbol zastępczy 8">
            <a:extLst>
              <a:ext uri="{FF2B5EF4-FFF2-40B4-BE49-F238E27FC236}">
                <a16:creationId xmlns:a16="http://schemas.microsoft.com/office/drawing/2014/main" id="{4870155B-647D-44E9-AE54-24D2BB2404BF}"/>
              </a:ext>
            </a:extLst>
          </p:cNvPr>
          <p:cNvSpPr>
            <a:spLocks noGrp="1"/>
          </p:cNvSpPr>
          <p:nvPr>
            <p:ph type="body" sz="quarter" idx="30" hasCustomPrompt="1"/>
          </p:nvPr>
        </p:nvSpPr>
        <p:spPr>
          <a:xfrm>
            <a:off x="3743740" y="6025977"/>
            <a:ext cx="2286000" cy="274320"/>
          </a:xfrm>
        </p:spPr>
        <p:txBody>
          <a:bodyPr rtlCol="0">
            <a:noAutofit/>
          </a:bodyPr>
          <a:lstStyle>
            <a:lvl1pPr marL="0" indent="0" algn="ctr">
              <a:buNone/>
              <a:defRPr sz="12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50" name="Obraz — symbol zastępczy 6">
            <a:extLst>
              <a:ext uri="{FF2B5EF4-FFF2-40B4-BE49-F238E27FC236}">
                <a16:creationId xmlns:a16="http://schemas.microsoft.com/office/drawing/2014/main" id="{3876D40F-6DE8-45F1-B56E-986312109BAC}"/>
              </a:ext>
            </a:extLst>
          </p:cNvPr>
          <p:cNvSpPr>
            <a:spLocks noGrp="1"/>
          </p:cNvSpPr>
          <p:nvPr>
            <p:ph type="pic" sz="quarter" idx="31"/>
          </p:nvPr>
        </p:nvSpPr>
        <p:spPr>
          <a:xfrm>
            <a:off x="6162261" y="4131915"/>
            <a:ext cx="2286000" cy="1554480"/>
          </a:xfrm>
          <a:solidFill>
            <a:schemeClr val="accent6"/>
          </a:solidFill>
        </p:spPr>
        <p:txBody>
          <a:bodyPr rtlCol="0"/>
          <a:lstStyle/>
          <a:p>
            <a:pPr rtl="0"/>
            <a:r>
              <a:rPr lang="pl-PL" noProof="0"/>
              <a:t>Kliknij ikonę, aby dodać obraz</a:t>
            </a:r>
          </a:p>
        </p:txBody>
      </p:sp>
      <p:sp>
        <p:nvSpPr>
          <p:cNvPr id="51" name="Tekst — symbol zastępczy 8">
            <a:extLst>
              <a:ext uri="{FF2B5EF4-FFF2-40B4-BE49-F238E27FC236}">
                <a16:creationId xmlns:a16="http://schemas.microsoft.com/office/drawing/2014/main" id="{D0A39ABE-EF7B-477F-A346-C5CDA9F5D63A}"/>
              </a:ext>
            </a:extLst>
          </p:cNvPr>
          <p:cNvSpPr>
            <a:spLocks noGrp="1"/>
          </p:cNvSpPr>
          <p:nvPr>
            <p:ph type="body" sz="quarter" idx="32" hasCustomPrompt="1"/>
          </p:nvPr>
        </p:nvSpPr>
        <p:spPr>
          <a:xfrm>
            <a:off x="6162261" y="5737787"/>
            <a:ext cx="2286000" cy="274320"/>
          </a:xfrm>
        </p:spPr>
        <p:txBody>
          <a:bodyPr rtlCol="0" anchor="ctr" anchorCtr="0">
            <a:noAutofit/>
          </a:bodyPr>
          <a:lstStyle>
            <a:lvl1pPr marL="0" indent="0" algn="ctr">
              <a:buNone/>
              <a:defRPr sz="14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52" name="Tekst — symbol zastępczy 8">
            <a:extLst>
              <a:ext uri="{FF2B5EF4-FFF2-40B4-BE49-F238E27FC236}">
                <a16:creationId xmlns:a16="http://schemas.microsoft.com/office/drawing/2014/main" id="{7787A6CA-4AF6-46F5-BA39-50F328D9A86E}"/>
              </a:ext>
            </a:extLst>
          </p:cNvPr>
          <p:cNvSpPr>
            <a:spLocks noGrp="1"/>
          </p:cNvSpPr>
          <p:nvPr>
            <p:ph type="body" sz="quarter" idx="33" hasCustomPrompt="1"/>
          </p:nvPr>
        </p:nvSpPr>
        <p:spPr>
          <a:xfrm>
            <a:off x="6162261" y="6025581"/>
            <a:ext cx="2286000" cy="274320"/>
          </a:xfrm>
        </p:spPr>
        <p:txBody>
          <a:bodyPr rtlCol="0">
            <a:noAutofit/>
          </a:bodyPr>
          <a:lstStyle>
            <a:lvl1pPr marL="0" indent="0" algn="ctr">
              <a:buNone/>
              <a:defRPr sz="12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53" name="Obraz — symbol zastępczy 6">
            <a:extLst>
              <a:ext uri="{FF2B5EF4-FFF2-40B4-BE49-F238E27FC236}">
                <a16:creationId xmlns:a16="http://schemas.microsoft.com/office/drawing/2014/main" id="{EC171A7C-639D-47C1-A626-7E4772629B28}"/>
              </a:ext>
            </a:extLst>
          </p:cNvPr>
          <p:cNvSpPr>
            <a:spLocks noGrp="1"/>
          </p:cNvSpPr>
          <p:nvPr>
            <p:ph type="pic" sz="quarter" idx="34"/>
          </p:nvPr>
        </p:nvSpPr>
        <p:spPr>
          <a:xfrm>
            <a:off x="8580782" y="4131915"/>
            <a:ext cx="2286000" cy="1554480"/>
          </a:xfrm>
          <a:solidFill>
            <a:schemeClr val="accent6"/>
          </a:solidFill>
        </p:spPr>
        <p:txBody>
          <a:bodyPr rtlCol="0"/>
          <a:lstStyle/>
          <a:p>
            <a:pPr rtl="0"/>
            <a:r>
              <a:rPr lang="pl-PL" noProof="0"/>
              <a:t>Kliknij ikonę, aby dodać obraz</a:t>
            </a:r>
          </a:p>
        </p:txBody>
      </p:sp>
      <p:sp>
        <p:nvSpPr>
          <p:cNvPr id="54" name="Tekst — symbol zastępczy 8">
            <a:extLst>
              <a:ext uri="{FF2B5EF4-FFF2-40B4-BE49-F238E27FC236}">
                <a16:creationId xmlns:a16="http://schemas.microsoft.com/office/drawing/2014/main" id="{674313BD-D2AD-4F0E-96FE-469C176818BD}"/>
              </a:ext>
            </a:extLst>
          </p:cNvPr>
          <p:cNvSpPr>
            <a:spLocks noGrp="1"/>
          </p:cNvSpPr>
          <p:nvPr>
            <p:ph type="body" sz="quarter" idx="35" hasCustomPrompt="1"/>
          </p:nvPr>
        </p:nvSpPr>
        <p:spPr>
          <a:xfrm>
            <a:off x="8580782" y="5737787"/>
            <a:ext cx="2286000" cy="274320"/>
          </a:xfrm>
        </p:spPr>
        <p:txBody>
          <a:bodyPr rtlCol="0" anchor="ctr" anchorCtr="0">
            <a:noAutofit/>
          </a:bodyPr>
          <a:lstStyle>
            <a:lvl1pPr marL="0" indent="0" algn="ctr">
              <a:buNone/>
              <a:defRPr sz="1400">
                <a:latin typeface="Times New Roman" panose="02020603050405020304" pitchFamily="18" charset="0"/>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Imię i nazwisko</a:t>
            </a:r>
          </a:p>
        </p:txBody>
      </p:sp>
      <p:sp>
        <p:nvSpPr>
          <p:cNvPr id="55" name="Tekst — symbol zastępczy 8">
            <a:extLst>
              <a:ext uri="{FF2B5EF4-FFF2-40B4-BE49-F238E27FC236}">
                <a16:creationId xmlns:a16="http://schemas.microsoft.com/office/drawing/2014/main" id="{7141AE4E-36D0-4176-9FCB-E5803788939E}"/>
              </a:ext>
            </a:extLst>
          </p:cNvPr>
          <p:cNvSpPr>
            <a:spLocks noGrp="1"/>
          </p:cNvSpPr>
          <p:nvPr>
            <p:ph type="body" sz="quarter" idx="36" hasCustomPrompt="1"/>
          </p:nvPr>
        </p:nvSpPr>
        <p:spPr>
          <a:xfrm>
            <a:off x="8580782" y="6025581"/>
            <a:ext cx="2286000" cy="274320"/>
          </a:xfrm>
        </p:spPr>
        <p:txBody>
          <a:bodyPr rtlCol="0">
            <a:noAutofit/>
          </a:bodyPr>
          <a:lstStyle>
            <a:lvl1pPr marL="0" indent="0" algn="ctr">
              <a:buNone/>
              <a:defRPr sz="1200">
                <a:latin typeface="+mn-lt"/>
              </a:defRPr>
            </a:lvl1pPr>
            <a:lvl2pPr marL="457200" indent="0">
              <a:buNone/>
              <a:defRPr sz="1400">
                <a:latin typeface="+mj-lt"/>
              </a:defRPr>
            </a:lvl2pPr>
            <a:lvl3pPr marL="914400" indent="0">
              <a:buNone/>
              <a:defRPr sz="1400">
                <a:latin typeface="+mj-lt"/>
              </a:defRPr>
            </a:lvl3pPr>
            <a:lvl4pPr marL="1371600" indent="0">
              <a:buNone/>
              <a:defRPr sz="1400">
                <a:latin typeface="+mj-lt"/>
              </a:defRPr>
            </a:lvl4pPr>
            <a:lvl5pPr marL="1828800" indent="0">
              <a:buNone/>
              <a:defRPr sz="1400">
                <a:latin typeface="+mj-lt"/>
              </a:defRPr>
            </a:lvl5pPr>
          </a:lstStyle>
          <a:p>
            <a:pPr lvl="0" rtl="0"/>
            <a:r>
              <a:rPr lang="pl-PL" noProof="0"/>
              <a:t>Tytuł</a:t>
            </a:r>
          </a:p>
        </p:txBody>
      </p:sp>
      <p:sp>
        <p:nvSpPr>
          <p:cNvPr id="3" name="Data — symbol zastępczy 2">
            <a:extLst>
              <a:ext uri="{FF2B5EF4-FFF2-40B4-BE49-F238E27FC236}">
                <a16:creationId xmlns:a16="http://schemas.microsoft.com/office/drawing/2014/main" id="{9CAF00A3-1058-4FA9-A985-03711701054C}"/>
              </a:ext>
            </a:extLst>
          </p:cNvPr>
          <p:cNvSpPr>
            <a:spLocks noGrp="1"/>
          </p:cNvSpPr>
          <p:nvPr>
            <p:ph type="dt" sz="half" idx="10"/>
          </p:nvPr>
        </p:nvSpPr>
        <p:spPr/>
        <p:txBody>
          <a:bodyPr rtlCol="0"/>
          <a:lstStyle/>
          <a:p>
            <a:pPr rtl="0"/>
            <a:r>
              <a:rPr lang="pl-PL" noProof="0"/>
              <a:t>20XX</a:t>
            </a:r>
          </a:p>
        </p:txBody>
      </p:sp>
      <p:sp>
        <p:nvSpPr>
          <p:cNvPr id="4" name="Stopka — symbol zastępczy 3">
            <a:extLst>
              <a:ext uri="{FF2B5EF4-FFF2-40B4-BE49-F238E27FC236}">
                <a16:creationId xmlns:a16="http://schemas.microsoft.com/office/drawing/2014/main" id="{A00F60BE-20E1-40C5-85E7-AEAABD0C0DE6}"/>
              </a:ext>
            </a:extLst>
          </p:cNvPr>
          <p:cNvSpPr>
            <a:spLocks noGrp="1"/>
          </p:cNvSpPr>
          <p:nvPr>
            <p:ph type="ftr" sz="quarter" idx="11"/>
          </p:nvPr>
        </p:nvSpPr>
        <p:spPr/>
        <p:txBody>
          <a:bodyPr rtlCol="0"/>
          <a:lstStyle/>
          <a:p>
            <a:pPr rtl="0"/>
            <a:r>
              <a:rPr lang="pl-PL" noProof="0"/>
              <a:t>Tytuł prezentacji</a:t>
            </a:r>
          </a:p>
        </p:txBody>
      </p:sp>
      <p:sp>
        <p:nvSpPr>
          <p:cNvPr id="5" name="Numer slajdu — symbol zastępczy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15074016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inansow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4AE12D1-08AF-45E9-A34A-BDE9E860BAA2}"/>
              </a:ext>
            </a:extLst>
          </p:cNvPr>
          <p:cNvSpPr>
            <a:spLocks noGrp="1"/>
          </p:cNvSpPr>
          <p:nvPr>
            <p:ph type="title" hasCustomPrompt="1"/>
          </p:nvPr>
        </p:nvSpPr>
        <p:spPr/>
        <p:txBody>
          <a:bodyPr rtlCol="0"/>
          <a:lstStyle>
            <a:lvl1pPr algn="ctr">
              <a:defRPr/>
            </a:lvl1pPr>
          </a:lstStyle>
          <a:p>
            <a:pPr rtl="0"/>
            <a:r>
              <a:rPr lang="pl-PL" noProof="0"/>
              <a:t>Kliknij, aby edytować styl wzorca tytułu</a:t>
            </a:r>
          </a:p>
        </p:txBody>
      </p:sp>
      <p:sp>
        <p:nvSpPr>
          <p:cNvPr id="14" name="Zawartość — symbol zastępczy 13">
            <a:extLst>
              <a:ext uri="{FF2B5EF4-FFF2-40B4-BE49-F238E27FC236}">
                <a16:creationId xmlns:a16="http://schemas.microsoft.com/office/drawing/2014/main" id="{01F6AC7C-4EFC-4C76-8784-963130151FD5}"/>
              </a:ext>
            </a:extLst>
          </p:cNvPr>
          <p:cNvSpPr>
            <a:spLocks noGrp="1"/>
          </p:cNvSpPr>
          <p:nvPr>
            <p:ph sz="quarter" idx="28" hasCustomPrompt="1"/>
          </p:nvPr>
        </p:nvSpPr>
        <p:spPr>
          <a:xfrm>
            <a:off x="1137509" y="1859777"/>
            <a:ext cx="1819656" cy="1517904"/>
          </a:xfrm>
        </p:spPr>
        <p:txBody>
          <a:bodyPr rtlCol="0" anchor="ctr">
            <a:normAutofit/>
          </a:bodyPr>
          <a:lstStyle>
            <a:lvl1pPr marL="0" indent="0" algn="ctr">
              <a:buNone/>
              <a:defRPr sz="1800"/>
            </a:lvl1pPr>
          </a:lstStyle>
          <a:p>
            <a:pPr lvl="0" rtl="0"/>
            <a:r>
              <a:rPr lang="pl-PL" noProof="0"/>
              <a:t>Dodaj zawartość</a:t>
            </a:r>
          </a:p>
        </p:txBody>
      </p:sp>
      <p:sp>
        <p:nvSpPr>
          <p:cNvPr id="8" name="Tekst — symbol zastępczy 7">
            <a:extLst>
              <a:ext uri="{FF2B5EF4-FFF2-40B4-BE49-F238E27FC236}">
                <a16:creationId xmlns:a16="http://schemas.microsoft.com/office/drawing/2014/main" id="{02AED95B-59A7-4359-BD74-24F920F7153F}"/>
              </a:ext>
            </a:extLst>
          </p:cNvPr>
          <p:cNvSpPr>
            <a:spLocks noGrp="1"/>
          </p:cNvSpPr>
          <p:nvPr>
            <p:ph type="body" sz="quarter" idx="13" hasCustomPrompt="1"/>
          </p:nvPr>
        </p:nvSpPr>
        <p:spPr>
          <a:xfrm>
            <a:off x="1018637" y="3444752"/>
            <a:ext cx="2057400" cy="640080"/>
          </a:xfrm>
        </p:spPr>
        <p:txBody>
          <a:bodyPr rtlCol="0">
            <a:noAutofit/>
          </a:bodyPr>
          <a:lstStyle>
            <a:lvl1pPr marL="0" indent="0" algn="ctr">
              <a:buNone/>
              <a:defRPr sz="2000">
                <a:solidFill>
                  <a:schemeClr val="accent4"/>
                </a:solidFill>
                <a:latin typeface="Times New Roman" panose="02020603050405020304" pitchFamily="18" charset="0"/>
              </a:defRPr>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Tytuł sekcji</a:t>
            </a:r>
          </a:p>
        </p:txBody>
      </p:sp>
      <p:sp>
        <p:nvSpPr>
          <p:cNvPr id="9" name="Tekst — symbol zastępczy 7">
            <a:extLst>
              <a:ext uri="{FF2B5EF4-FFF2-40B4-BE49-F238E27FC236}">
                <a16:creationId xmlns:a16="http://schemas.microsoft.com/office/drawing/2014/main" id="{286DAE13-A93D-453A-8164-3F1E97F8F24B}"/>
              </a:ext>
            </a:extLst>
          </p:cNvPr>
          <p:cNvSpPr>
            <a:spLocks noGrp="1"/>
          </p:cNvSpPr>
          <p:nvPr>
            <p:ph type="body" sz="quarter" idx="14" hasCustomPrompt="1"/>
          </p:nvPr>
        </p:nvSpPr>
        <p:spPr>
          <a:xfrm>
            <a:off x="1034480" y="4110604"/>
            <a:ext cx="2057400" cy="365760"/>
          </a:xfrm>
        </p:spPr>
        <p:txBody>
          <a:bodyPr rtlCol="0">
            <a:noAutofit/>
          </a:bodyPr>
          <a:lstStyle>
            <a:lvl1pPr marL="0" indent="0" algn="ctr">
              <a:buNone/>
              <a:defRPr sz="1600" b="1"/>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Tytuł sekcji</a:t>
            </a:r>
          </a:p>
        </p:txBody>
      </p:sp>
      <p:sp>
        <p:nvSpPr>
          <p:cNvPr id="10" name="Tekst — symbol zastępczy 7">
            <a:extLst>
              <a:ext uri="{FF2B5EF4-FFF2-40B4-BE49-F238E27FC236}">
                <a16:creationId xmlns:a16="http://schemas.microsoft.com/office/drawing/2014/main" id="{1FD2C3F4-5FD0-4B09-A5D5-7365D61084F0}"/>
              </a:ext>
            </a:extLst>
          </p:cNvPr>
          <p:cNvSpPr>
            <a:spLocks noGrp="1"/>
          </p:cNvSpPr>
          <p:nvPr>
            <p:ph type="body" sz="quarter" idx="15" hasCustomPrompt="1"/>
          </p:nvPr>
        </p:nvSpPr>
        <p:spPr>
          <a:xfrm>
            <a:off x="1034480" y="4483110"/>
            <a:ext cx="2057400" cy="914400"/>
          </a:xfrm>
        </p:spPr>
        <p:txBody>
          <a:bodyPr rtlCol="0">
            <a:noAutofit/>
          </a:bodyPr>
          <a:lstStyle>
            <a:lvl1pPr marL="0" indent="0" algn="ctr">
              <a:buNone/>
              <a:defRPr sz="1400"/>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Opis sekcji</a:t>
            </a:r>
          </a:p>
        </p:txBody>
      </p:sp>
      <p:sp>
        <p:nvSpPr>
          <p:cNvPr id="28" name="Zawartość — symbol zastępczy 13">
            <a:extLst>
              <a:ext uri="{FF2B5EF4-FFF2-40B4-BE49-F238E27FC236}">
                <a16:creationId xmlns:a16="http://schemas.microsoft.com/office/drawing/2014/main" id="{7BF6ABBB-7B41-4F0C-8416-9C72862D93CB}"/>
              </a:ext>
            </a:extLst>
          </p:cNvPr>
          <p:cNvSpPr>
            <a:spLocks noGrp="1"/>
          </p:cNvSpPr>
          <p:nvPr>
            <p:ph sz="quarter" idx="29" hasCustomPrompt="1"/>
          </p:nvPr>
        </p:nvSpPr>
        <p:spPr>
          <a:xfrm>
            <a:off x="3859487" y="1859777"/>
            <a:ext cx="1819656" cy="1517904"/>
          </a:xfrm>
        </p:spPr>
        <p:txBody>
          <a:bodyPr rtlCol="0" anchor="ctr">
            <a:normAutofit/>
          </a:bodyPr>
          <a:lstStyle>
            <a:lvl1pPr marL="0" indent="0" algn="ctr">
              <a:buNone/>
              <a:defRPr sz="1800"/>
            </a:lvl1pPr>
          </a:lstStyle>
          <a:p>
            <a:pPr lvl="0" rtl="0"/>
            <a:r>
              <a:rPr lang="pl-PL" noProof="0"/>
              <a:t>Dodaj zawartość</a:t>
            </a:r>
          </a:p>
        </p:txBody>
      </p:sp>
      <p:sp>
        <p:nvSpPr>
          <p:cNvPr id="30" name="Tekst — symbol zastępczy 7">
            <a:extLst>
              <a:ext uri="{FF2B5EF4-FFF2-40B4-BE49-F238E27FC236}">
                <a16:creationId xmlns:a16="http://schemas.microsoft.com/office/drawing/2014/main" id="{E1B58033-4461-43F1-8E7C-C6E5988BDE88}"/>
              </a:ext>
            </a:extLst>
          </p:cNvPr>
          <p:cNvSpPr>
            <a:spLocks noGrp="1"/>
          </p:cNvSpPr>
          <p:nvPr>
            <p:ph type="body" sz="quarter" idx="17" hasCustomPrompt="1"/>
          </p:nvPr>
        </p:nvSpPr>
        <p:spPr>
          <a:xfrm>
            <a:off x="3740615" y="3444752"/>
            <a:ext cx="2057400" cy="640080"/>
          </a:xfrm>
        </p:spPr>
        <p:txBody>
          <a:bodyPr rtlCol="0">
            <a:noAutofit/>
          </a:bodyPr>
          <a:lstStyle>
            <a:lvl1pPr marL="0" indent="0" algn="ctr">
              <a:buNone/>
              <a:defRPr sz="2000">
                <a:solidFill>
                  <a:schemeClr val="accent4"/>
                </a:solidFill>
                <a:latin typeface="Times New Roman" panose="02020603050405020304" pitchFamily="18" charset="0"/>
              </a:defRPr>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Tytuł sekcji</a:t>
            </a:r>
          </a:p>
        </p:txBody>
      </p:sp>
      <p:sp>
        <p:nvSpPr>
          <p:cNvPr id="31" name="Tekst — symbol zastępczy 7">
            <a:extLst>
              <a:ext uri="{FF2B5EF4-FFF2-40B4-BE49-F238E27FC236}">
                <a16:creationId xmlns:a16="http://schemas.microsoft.com/office/drawing/2014/main" id="{80CE999C-FC94-4BF1-BBCE-0A3A9340971B}"/>
              </a:ext>
            </a:extLst>
          </p:cNvPr>
          <p:cNvSpPr>
            <a:spLocks noGrp="1"/>
          </p:cNvSpPr>
          <p:nvPr>
            <p:ph type="body" sz="quarter" idx="18" hasCustomPrompt="1"/>
          </p:nvPr>
        </p:nvSpPr>
        <p:spPr>
          <a:xfrm>
            <a:off x="3756458" y="4110604"/>
            <a:ext cx="2057400" cy="365760"/>
          </a:xfrm>
        </p:spPr>
        <p:txBody>
          <a:bodyPr rtlCol="0">
            <a:noAutofit/>
          </a:bodyPr>
          <a:lstStyle>
            <a:lvl1pPr marL="0" indent="0" algn="ctr">
              <a:buNone/>
              <a:defRPr sz="1600" b="1"/>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Tytuł sekcji</a:t>
            </a:r>
          </a:p>
        </p:txBody>
      </p:sp>
      <p:sp>
        <p:nvSpPr>
          <p:cNvPr id="32" name="Tekst — symbol zastępczy 7">
            <a:extLst>
              <a:ext uri="{FF2B5EF4-FFF2-40B4-BE49-F238E27FC236}">
                <a16:creationId xmlns:a16="http://schemas.microsoft.com/office/drawing/2014/main" id="{6AFDE949-FC25-431E-8298-75F5A7B83A16}"/>
              </a:ext>
            </a:extLst>
          </p:cNvPr>
          <p:cNvSpPr>
            <a:spLocks noGrp="1"/>
          </p:cNvSpPr>
          <p:nvPr>
            <p:ph type="body" sz="quarter" idx="19" hasCustomPrompt="1"/>
          </p:nvPr>
        </p:nvSpPr>
        <p:spPr>
          <a:xfrm>
            <a:off x="3756458" y="4483110"/>
            <a:ext cx="2057400" cy="914400"/>
          </a:xfrm>
        </p:spPr>
        <p:txBody>
          <a:bodyPr rtlCol="0">
            <a:noAutofit/>
          </a:bodyPr>
          <a:lstStyle>
            <a:lvl1pPr marL="0" indent="0" algn="ctr">
              <a:buNone/>
              <a:defRPr sz="1400"/>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Opis sekcji</a:t>
            </a:r>
          </a:p>
        </p:txBody>
      </p:sp>
      <p:sp>
        <p:nvSpPr>
          <p:cNvPr id="29" name="Zawartość — symbol zastępczy 13">
            <a:extLst>
              <a:ext uri="{FF2B5EF4-FFF2-40B4-BE49-F238E27FC236}">
                <a16:creationId xmlns:a16="http://schemas.microsoft.com/office/drawing/2014/main" id="{426B07AE-648A-4C6E-8FE4-B8C6D4A1B42E}"/>
              </a:ext>
            </a:extLst>
          </p:cNvPr>
          <p:cNvSpPr>
            <a:spLocks noGrp="1"/>
          </p:cNvSpPr>
          <p:nvPr>
            <p:ph sz="quarter" idx="30" hasCustomPrompt="1"/>
          </p:nvPr>
        </p:nvSpPr>
        <p:spPr>
          <a:xfrm>
            <a:off x="6549780" y="1859777"/>
            <a:ext cx="1819656" cy="1517904"/>
          </a:xfrm>
        </p:spPr>
        <p:txBody>
          <a:bodyPr rtlCol="0" anchor="ctr">
            <a:normAutofit/>
          </a:bodyPr>
          <a:lstStyle>
            <a:lvl1pPr marL="0" indent="0" algn="ctr">
              <a:buNone/>
              <a:defRPr sz="1800"/>
            </a:lvl1pPr>
          </a:lstStyle>
          <a:p>
            <a:pPr lvl="0" rtl="0"/>
            <a:r>
              <a:rPr lang="pl-PL" noProof="0"/>
              <a:t>Dodaj zawartość</a:t>
            </a:r>
          </a:p>
        </p:txBody>
      </p:sp>
      <p:sp>
        <p:nvSpPr>
          <p:cNvPr id="34" name="Tekst — symbol zastępczy 7">
            <a:extLst>
              <a:ext uri="{FF2B5EF4-FFF2-40B4-BE49-F238E27FC236}">
                <a16:creationId xmlns:a16="http://schemas.microsoft.com/office/drawing/2014/main" id="{BAB49F71-4118-47B2-B571-8DC9A3E94024}"/>
              </a:ext>
            </a:extLst>
          </p:cNvPr>
          <p:cNvSpPr>
            <a:spLocks noGrp="1"/>
          </p:cNvSpPr>
          <p:nvPr>
            <p:ph type="body" sz="quarter" idx="21" hasCustomPrompt="1"/>
          </p:nvPr>
        </p:nvSpPr>
        <p:spPr>
          <a:xfrm>
            <a:off x="6430908" y="3444752"/>
            <a:ext cx="2057400" cy="640080"/>
          </a:xfrm>
        </p:spPr>
        <p:txBody>
          <a:bodyPr rtlCol="0">
            <a:noAutofit/>
          </a:bodyPr>
          <a:lstStyle>
            <a:lvl1pPr marL="0" indent="0" algn="ctr">
              <a:buNone/>
              <a:defRPr sz="2000">
                <a:solidFill>
                  <a:schemeClr val="accent4"/>
                </a:solidFill>
                <a:latin typeface="Times New Roman" panose="02020603050405020304" pitchFamily="18" charset="0"/>
              </a:defRPr>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Tytuł sekcji</a:t>
            </a:r>
          </a:p>
        </p:txBody>
      </p:sp>
      <p:sp>
        <p:nvSpPr>
          <p:cNvPr id="35" name="Tekst — symbol zastępczy 7">
            <a:extLst>
              <a:ext uri="{FF2B5EF4-FFF2-40B4-BE49-F238E27FC236}">
                <a16:creationId xmlns:a16="http://schemas.microsoft.com/office/drawing/2014/main" id="{E6D674D8-A1E4-4A7E-929B-32FBA30823A3}"/>
              </a:ext>
            </a:extLst>
          </p:cNvPr>
          <p:cNvSpPr>
            <a:spLocks noGrp="1"/>
          </p:cNvSpPr>
          <p:nvPr>
            <p:ph type="body" sz="quarter" idx="22" hasCustomPrompt="1"/>
          </p:nvPr>
        </p:nvSpPr>
        <p:spPr>
          <a:xfrm>
            <a:off x="6430908" y="4110604"/>
            <a:ext cx="2057400" cy="365760"/>
          </a:xfrm>
        </p:spPr>
        <p:txBody>
          <a:bodyPr rtlCol="0">
            <a:noAutofit/>
          </a:bodyPr>
          <a:lstStyle>
            <a:lvl1pPr marL="0" indent="0" algn="ctr">
              <a:buNone/>
              <a:defRPr sz="1600" b="1"/>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Tytuł sekcji</a:t>
            </a:r>
          </a:p>
        </p:txBody>
      </p:sp>
      <p:sp>
        <p:nvSpPr>
          <p:cNvPr id="36" name="Tekst — symbol zastępczy 7">
            <a:extLst>
              <a:ext uri="{FF2B5EF4-FFF2-40B4-BE49-F238E27FC236}">
                <a16:creationId xmlns:a16="http://schemas.microsoft.com/office/drawing/2014/main" id="{18E1E8CE-0AA4-4E2F-8DD0-006946935ADA}"/>
              </a:ext>
            </a:extLst>
          </p:cNvPr>
          <p:cNvSpPr>
            <a:spLocks noGrp="1"/>
          </p:cNvSpPr>
          <p:nvPr>
            <p:ph type="body" sz="quarter" idx="23" hasCustomPrompt="1"/>
          </p:nvPr>
        </p:nvSpPr>
        <p:spPr>
          <a:xfrm>
            <a:off x="6430908" y="4483110"/>
            <a:ext cx="2057400" cy="914400"/>
          </a:xfrm>
        </p:spPr>
        <p:txBody>
          <a:bodyPr rtlCol="0">
            <a:noAutofit/>
          </a:bodyPr>
          <a:lstStyle>
            <a:lvl1pPr marL="0" indent="0" algn="ctr">
              <a:buNone/>
              <a:defRPr sz="1400"/>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Opis sekcji</a:t>
            </a:r>
          </a:p>
        </p:txBody>
      </p:sp>
      <p:sp>
        <p:nvSpPr>
          <p:cNvPr id="42" name="Zawartość — symbol zastępczy 13">
            <a:extLst>
              <a:ext uri="{FF2B5EF4-FFF2-40B4-BE49-F238E27FC236}">
                <a16:creationId xmlns:a16="http://schemas.microsoft.com/office/drawing/2014/main" id="{0C1E203C-1E7A-4194-97B0-B477E6F37235}"/>
              </a:ext>
            </a:extLst>
          </p:cNvPr>
          <p:cNvSpPr>
            <a:spLocks noGrp="1"/>
          </p:cNvSpPr>
          <p:nvPr>
            <p:ph sz="quarter" idx="31" hasCustomPrompt="1"/>
          </p:nvPr>
        </p:nvSpPr>
        <p:spPr>
          <a:xfrm>
            <a:off x="9264601" y="1859777"/>
            <a:ext cx="1819656" cy="1517904"/>
          </a:xfrm>
        </p:spPr>
        <p:txBody>
          <a:bodyPr rtlCol="0" anchor="ctr">
            <a:normAutofit/>
          </a:bodyPr>
          <a:lstStyle>
            <a:lvl1pPr marL="0" indent="0" algn="ctr">
              <a:buNone/>
              <a:defRPr sz="1800"/>
            </a:lvl1pPr>
          </a:lstStyle>
          <a:p>
            <a:pPr lvl="0" rtl="0"/>
            <a:r>
              <a:rPr lang="pl-PL" noProof="0"/>
              <a:t>Dodaj zawartość</a:t>
            </a:r>
          </a:p>
        </p:txBody>
      </p:sp>
      <p:sp>
        <p:nvSpPr>
          <p:cNvPr id="38" name="Tekst — symbol zastępczy 7">
            <a:extLst>
              <a:ext uri="{FF2B5EF4-FFF2-40B4-BE49-F238E27FC236}">
                <a16:creationId xmlns:a16="http://schemas.microsoft.com/office/drawing/2014/main" id="{C03A45F5-F36F-429B-9C83-90B1DB716F22}"/>
              </a:ext>
            </a:extLst>
          </p:cNvPr>
          <p:cNvSpPr>
            <a:spLocks noGrp="1"/>
          </p:cNvSpPr>
          <p:nvPr>
            <p:ph type="body" sz="quarter" idx="25" hasCustomPrompt="1"/>
          </p:nvPr>
        </p:nvSpPr>
        <p:spPr>
          <a:xfrm>
            <a:off x="9145729" y="3444752"/>
            <a:ext cx="2057400" cy="640080"/>
          </a:xfrm>
        </p:spPr>
        <p:txBody>
          <a:bodyPr rtlCol="0">
            <a:noAutofit/>
          </a:bodyPr>
          <a:lstStyle>
            <a:lvl1pPr marL="0" indent="0" algn="ctr">
              <a:buNone/>
              <a:defRPr sz="2000">
                <a:solidFill>
                  <a:schemeClr val="accent4"/>
                </a:solidFill>
                <a:latin typeface="Times New Roman" panose="02020603050405020304" pitchFamily="18" charset="0"/>
              </a:defRPr>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Tytuł sekcji</a:t>
            </a:r>
          </a:p>
        </p:txBody>
      </p:sp>
      <p:sp>
        <p:nvSpPr>
          <p:cNvPr id="39" name="Tekst — symbol zastępczy 7">
            <a:extLst>
              <a:ext uri="{FF2B5EF4-FFF2-40B4-BE49-F238E27FC236}">
                <a16:creationId xmlns:a16="http://schemas.microsoft.com/office/drawing/2014/main" id="{6A7CD68A-F84C-4F36-A46D-DB7BA329AB0B}"/>
              </a:ext>
            </a:extLst>
          </p:cNvPr>
          <p:cNvSpPr>
            <a:spLocks noGrp="1"/>
          </p:cNvSpPr>
          <p:nvPr>
            <p:ph type="body" sz="quarter" idx="26" hasCustomPrompt="1"/>
          </p:nvPr>
        </p:nvSpPr>
        <p:spPr>
          <a:xfrm>
            <a:off x="9145729" y="4110604"/>
            <a:ext cx="2057400" cy="365760"/>
          </a:xfrm>
        </p:spPr>
        <p:txBody>
          <a:bodyPr rtlCol="0">
            <a:noAutofit/>
          </a:bodyPr>
          <a:lstStyle>
            <a:lvl1pPr marL="0" indent="0" algn="ctr">
              <a:buNone/>
              <a:defRPr sz="1600" b="1"/>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Tytuł sekcji</a:t>
            </a:r>
          </a:p>
        </p:txBody>
      </p:sp>
      <p:sp>
        <p:nvSpPr>
          <p:cNvPr id="40" name="Tekst — symbol zastępczy 7">
            <a:extLst>
              <a:ext uri="{FF2B5EF4-FFF2-40B4-BE49-F238E27FC236}">
                <a16:creationId xmlns:a16="http://schemas.microsoft.com/office/drawing/2014/main" id="{E67019EA-0584-46F5-BDB3-D2B3C717B019}"/>
              </a:ext>
            </a:extLst>
          </p:cNvPr>
          <p:cNvSpPr>
            <a:spLocks noGrp="1"/>
          </p:cNvSpPr>
          <p:nvPr>
            <p:ph type="body" sz="quarter" idx="27" hasCustomPrompt="1"/>
          </p:nvPr>
        </p:nvSpPr>
        <p:spPr>
          <a:xfrm>
            <a:off x="9145729" y="4483110"/>
            <a:ext cx="2057400" cy="914400"/>
          </a:xfrm>
        </p:spPr>
        <p:txBody>
          <a:bodyPr rtlCol="0">
            <a:noAutofit/>
          </a:bodyPr>
          <a:lstStyle>
            <a:lvl1pPr marL="0" indent="0" algn="ctr">
              <a:buNone/>
              <a:defRPr sz="1400"/>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pl-PL" noProof="0"/>
              <a:t>Opis sekcji</a:t>
            </a:r>
          </a:p>
        </p:txBody>
      </p:sp>
      <p:sp>
        <p:nvSpPr>
          <p:cNvPr id="3" name="Prostokąt 2">
            <a:extLst>
              <a:ext uri="{FF2B5EF4-FFF2-40B4-BE49-F238E27FC236}">
                <a16:creationId xmlns:a16="http://schemas.microsoft.com/office/drawing/2014/main" id="{38EA36FF-A158-49B3-9C17-39C94920B271}"/>
              </a:ext>
              <a:ext uri="{C183D7F6-B498-43B3-948B-1728B52AA6E4}">
                <adec:decorative xmlns:adec="http://schemas.microsoft.com/office/drawing/2017/decorative" val="1"/>
              </a:ext>
            </a:extLst>
          </p:cNvPr>
          <p:cNvSpPr/>
          <p:nvPr userDrawn="1"/>
        </p:nvSpPr>
        <p:spPr>
          <a:xfrm>
            <a:off x="858617" y="1792705"/>
            <a:ext cx="2377440" cy="381401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p>
        </p:txBody>
      </p:sp>
      <p:sp>
        <p:nvSpPr>
          <p:cNvPr id="7" name="Prostokąt 6">
            <a:extLst>
              <a:ext uri="{FF2B5EF4-FFF2-40B4-BE49-F238E27FC236}">
                <a16:creationId xmlns:a16="http://schemas.microsoft.com/office/drawing/2014/main" id="{1FF42D5D-9DBF-475A-BC06-666D080D3137}"/>
              </a:ext>
              <a:ext uri="{C183D7F6-B498-43B3-948B-1728B52AA6E4}">
                <adec:decorative xmlns:adec="http://schemas.microsoft.com/office/drawing/2017/decorative" val="1"/>
              </a:ext>
            </a:extLst>
          </p:cNvPr>
          <p:cNvSpPr/>
          <p:nvPr userDrawn="1"/>
        </p:nvSpPr>
        <p:spPr>
          <a:xfrm>
            <a:off x="3580595" y="1800726"/>
            <a:ext cx="2377440" cy="381401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p>
        </p:txBody>
      </p:sp>
      <p:sp>
        <p:nvSpPr>
          <p:cNvPr id="11" name="Prostokąt 10">
            <a:extLst>
              <a:ext uri="{FF2B5EF4-FFF2-40B4-BE49-F238E27FC236}">
                <a16:creationId xmlns:a16="http://schemas.microsoft.com/office/drawing/2014/main" id="{A6AEDC3F-C3D2-4184-860D-65645BBD6E87}"/>
              </a:ext>
              <a:ext uri="{C183D7F6-B498-43B3-948B-1728B52AA6E4}">
                <adec:decorative xmlns:adec="http://schemas.microsoft.com/office/drawing/2017/decorative" val="1"/>
              </a:ext>
            </a:extLst>
          </p:cNvPr>
          <p:cNvSpPr/>
          <p:nvPr userDrawn="1"/>
        </p:nvSpPr>
        <p:spPr>
          <a:xfrm>
            <a:off x="6270888" y="1800725"/>
            <a:ext cx="2377440" cy="381401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p>
        </p:txBody>
      </p:sp>
      <p:sp>
        <p:nvSpPr>
          <p:cNvPr id="12" name="Prostokąt 11">
            <a:extLst>
              <a:ext uri="{FF2B5EF4-FFF2-40B4-BE49-F238E27FC236}">
                <a16:creationId xmlns:a16="http://schemas.microsoft.com/office/drawing/2014/main" id="{5C227352-6F71-4914-9AB1-AB4448667EE9}"/>
              </a:ext>
              <a:ext uri="{C183D7F6-B498-43B3-948B-1728B52AA6E4}">
                <adec:decorative xmlns:adec="http://schemas.microsoft.com/office/drawing/2017/decorative" val="1"/>
              </a:ext>
            </a:extLst>
          </p:cNvPr>
          <p:cNvSpPr/>
          <p:nvPr userDrawn="1"/>
        </p:nvSpPr>
        <p:spPr>
          <a:xfrm>
            <a:off x="8985709" y="1820775"/>
            <a:ext cx="2377440" cy="381401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p>
        </p:txBody>
      </p:sp>
      <p:sp>
        <p:nvSpPr>
          <p:cNvPr id="4" name="Data — symbol zastępczy 3">
            <a:extLst>
              <a:ext uri="{FF2B5EF4-FFF2-40B4-BE49-F238E27FC236}">
                <a16:creationId xmlns:a16="http://schemas.microsoft.com/office/drawing/2014/main" id="{3EDAC16E-5725-4AC1-AB85-871F25D26688}"/>
              </a:ext>
            </a:extLst>
          </p:cNvPr>
          <p:cNvSpPr>
            <a:spLocks noGrp="1"/>
          </p:cNvSpPr>
          <p:nvPr>
            <p:ph type="dt" sz="half" idx="10"/>
          </p:nvPr>
        </p:nvSpPr>
        <p:spPr/>
        <p:txBody>
          <a:bodyPr rtlCol="0"/>
          <a:lstStyle/>
          <a:p>
            <a:pPr rtl="0"/>
            <a:r>
              <a:rPr lang="pl-PL" noProof="0"/>
              <a:t>20XX</a:t>
            </a:r>
          </a:p>
        </p:txBody>
      </p:sp>
      <p:sp>
        <p:nvSpPr>
          <p:cNvPr id="5" name="Stopka — symbol zastępczy 4">
            <a:extLst>
              <a:ext uri="{FF2B5EF4-FFF2-40B4-BE49-F238E27FC236}">
                <a16:creationId xmlns:a16="http://schemas.microsoft.com/office/drawing/2014/main" id="{FD10B5D8-71E9-48DC-A04C-559359603CB0}"/>
              </a:ext>
            </a:extLst>
          </p:cNvPr>
          <p:cNvSpPr>
            <a:spLocks noGrp="1"/>
          </p:cNvSpPr>
          <p:nvPr>
            <p:ph type="ftr" sz="quarter" idx="11"/>
          </p:nvPr>
        </p:nvSpPr>
        <p:spPr/>
        <p:txBody>
          <a:bodyPr rtlCol="0"/>
          <a:lstStyle/>
          <a:p>
            <a:pPr rtl="0"/>
            <a:r>
              <a:rPr lang="pl-PL" noProof="0"/>
              <a:t>Tytuł prezentacji</a:t>
            </a:r>
          </a:p>
        </p:txBody>
      </p:sp>
      <p:sp>
        <p:nvSpPr>
          <p:cNvPr id="6" name="Numer slajdu — symbol zastępczy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24228944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odsumowanie">
    <p:spTree>
      <p:nvGrpSpPr>
        <p:cNvPr id="1" name=""/>
        <p:cNvGrpSpPr/>
        <p:nvPr/>
      </p:nvGrpSpPr>
      <p:grpSpPr>
        <a:xfrm>
          <a:off x="0" y="0"/>
          <a:ext cx="0" cy="0"/>
          <a:chOff x="0" y="0"/>
          <a:chExt cx="0" cy="0"/>
        </a:xfrm>
      </p:grpSpPr>
      <p:sp>
        <p:nvSpPr>
          <p:cNvPr id="6" name="Prostokąt 5">
            <a:extLst>
              <a:ext uri="{FF2B5EF4-FFF2-40B4-BE49-F238E27FC236}">
                <a16:creationId xmlns:a16="http://schemas.microsoft.com/office/drawing/2014/main" id="{E6B487E6-6563-4EEC-A349-2257BBAFD4DD}"/>
              </a:ext>
              <a:ext uri="{C183D7F6-B498-43B3-948B-1728B52AA6E4}">
                <adec:decorative xmlns:adec="http://schemas.microsoft.com/office/drawing/2017/decorative" val="1"/>
              </a:ext>
            </a:extLst>
          </p:cNvPr>
          <p:cNvSpPr/>
          <p:nvPr userDrawn="1"/>
        </p:nvSpPr>
        <p:spPr>
          <a:xfrm>
            <a:off x="1" y="0"/>
            <a:ext cx="3051110" cy="68580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p>
        </p:txBody>
      </p:sp>
      <p:sp>
        <p:nvSpPr>
          <p:cNvPr id="2" name="Tytuł 1">
            <a:extLst>
              <a:ext uri="{FF2B5EF4-FFF2-40B4-BE49-F238E27FC236}">
                <a16:creationId xmlns:a16="http://schemas.microsoft.com/office/drawing/2014/main" id="{A1F8C642-49FB-4E16-A3A0-B2ACBEABFFD6}"/>
              </a:ext>
            </a:extLst>
          </p:cNvPr>
          <p:cNvSpPr>
            <a:spLocks noGrp="1"/>
          </p:cNvSpPr>
          <p:nvPr>
            <p:ph type="title" hasCustomPrompt="1"/>
          </p:nvPr>
        </p:nvSpPr>
        <p:spPr>
          <a:xfrm>
            <a:off x="6348334" y="1062164"/>
            <a:ext cx="5005466" cy="1325563"/>
          </a:xfrm>
        </p:spPr>
        <p:txBody>
          <a:bodyPr rtlCol="0"/>
          <a:lstStyle>
            <a:lvl1pPr>
              <a:defRPr>
                <a:solidFill>
                  <a:schemeClr val="tx1">
                    <a:lumMod val="50000"/>
                    <a:lumOff val="50000"/>
                  </a:schemeClr>
                </a:solidFill>
              </a:defRPr>
            </a:lvl1pPr>
          </a:lstStyle>
          <a:p>
            <a:pPr rtl="0"/>
            <a:r>
              <a:rPr lang="pl-PL" noProof="0"/>
              <a:t>Kliknij, aby edytować styl wzorca tytułu</a:t>
            </a:r>
          </a:p>
        </p:txBody>
      </p:sp>
      <p:sp>
        <p:nvSpPr>
          <p:cNvPr id="7" name="Obraz — symbol zastępczy 6">
            <a:extLst>
              <a:ext uri="{FF2B5EF4-FFF2-40B4-BE49-F238E27FC236}">
                <a16:creationId xmlns:a16="http://schemas.microsoft.com/office/drawing/2014/main" id="{EED971A8-4C6D-471D-A690-8CD666292205}"/>
              </a:ext>
            </a:extLst>
          </p:cNvPr>
          <p:cNvSpPr>
            <a:spLocks noGrp="1"/>
          </p:cNvSpPr>
          <p:nvPr>
            <p:ph type="pic" sz="quarter" idx="13"/>
          </p:nvPr>
        </p:nvSpPr>
        <p:spPr>
          <a:xfrm>
            <a:off x="861935" y="1143000"/>
            <a:ext cx="4953000" cy="4572000"/>
          </a:xfrm>
          <a:solidFill>
            <a:schemeClr val="accent6"/>
          </a:solidFill>
        </p:spPr>
        <p:txBody>
          <a:bodyPr rtlCol="0"/>
          <a:lstStyle/>
          <a:p>
            <a:pPr rtl="0"/>
            <a:r>
              <a:rPr lang="pl-PL" noProof="0"/>
              <a:t>Kliknij ikonę, aby dodać obraz</a:t>
            </a:r>
          </a:p>
        </p:txBody>
      </p:sp>
      <p:sp>
        <p:nvSpPr>
          <p:cNvPr id="10" name="Tekst — symbol zastępczy 9">
            <a:extLst>
              <a:ext uri="{FF2B5EF4-FFF2-40B4-BE49-F238E27FC236}">
                <a16:creationId xmlns:a16="http://schemas.microsoft.com/office/drawing/2014/main" id="{0ECB8E5B-4859-4892-A062-C831DA527F75}"/>
              </a:ext>
            </a:extLst>
          </p:cNvPr>
          <p:cNvSpPr>
            <a:spLocks noGrp="1"/>
          </p:cNvSpPr>
          <p:nvPr>
            <p:ph type="body" sz="quarter" idx="14" hasCustomPrompt="1"/>
          </p:nvPr>
        </p:nvSpPr>
        <p:spPr>
          <a:xfrm>
            <a:off x="6376988" y="2555875"/>
            <a:ext cx="4953000" cy="3159125"/>
          </a:xfrm>
        </p:spPr>
        <p:txBody>
          <a:bodyPr rtlCol="0">
            <a:normAutofit/>
          </a:bodyPr>
          <a:lstStyle>
            <a:lvl1pPr marL="0" indent="0">
              <a:lnSpc>
                <a:spcPts val="2600"/>
              </a:lnSpc>
              <a:spcBef>
                <a:spcPts val="0"/>
              </a:spcBef>
              <a:buNone/>
              <a:defRPr sz="1600">
                <a:solidFill>
                  <a:schemeClr val="tx1">
                    <a:lumMod val="65000"/>
                    <a:lumOff val="35000"/>
                  </a:schemeClr>
                </a:solidFill>
                <a:latin typeface="+mn-lt"/>
              </a:defRPr>
            </a:lvl1pPr>
            <a:lvl2pPr marL="457200" indent="0">
              <a:lnSpc>
                <a:spcPts val="2600"/>
              </a:lnSpc>
              <a:spcBef>
                <a:spcPts val="0"/>
              </a:spcBef>
              <a:buNone/>
              <a:defRPr sz="1600">
                <a:solidFill>
                  <a:schemeClr val="tx1">
                    <a:lumMod val="65000"/>
                    <a:lumOff val="35000"/>
                  </a:schemeClr>
                </a:solidFill>
                <a:latin typeface="+mn-lt"/>
              </a:defRPr>
            </a:lvl2pPr>
            <a:lvl3pPr marL="914400" indent="0">
              <a:lnSpc>
                <a:spcPts val="2600"/>
              </a:lnSpc>
              <a:spcBef>
                <a:spcPts val="0"/>
              </a:spcBef>
              <a:buNone/>
              <a:defRPr sz="1600">
                <a:solidFill>
                  <a:schemeClr val="tx1">
                    <a:lumMod val="65000"/>
                    <a:lumOff val="35000"/>
                  </a:schemeClr>
                </a:solidFill>
                <a:latin typeface="+mn-lt"/>
              </a:defRPr>
            </a:lvl3pPr>
            <a:lvl4pPr marL="1371600" indent="0">
              <a:lnSpc>
                <a:spcPts val="2600"/>
              </a:lnSpc>
              <a:spcBef>
                <a:spcPts val="0"/>
              </a:spcBef>
              <a:buNone/>
              <a:defRPr sz="1600">
                <a:solidFill>
                  <a:schemeClr val="tx1">
                    <a:lumMod val="65000"/>
                    <a:lumOff val="35000"/>
                  </a:schemeClr>
                </a:solidFill>
                <a:latin typeface="+mn-lt"/>
              </a:defRPr>
            </a:lvl4pPr>
            <a:lvl5pPr marL="1828800" indent="0">
              <a:lnSpc>
                <a:spcPts val="2600"/>
              </a:lnSpc>
              <a:spcBef>
                <a:spcPts val="0"/>
              </a:spcBef>
              <a:buNone/>
              <a:defRPr sz="1600">
                <a:solidFill>
                  <a:schemeClr val="tx1">
                    <a:lumMod val="65000"/>
                    <a:lumOff val="35000"/>
                  </a:schemeClr>
                </a:solidFill>
                <a:latin typeface="+mn-lt"/>
              </a:defRPr>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3" name="Data — symbol zastępczy 2">
            <a:extLst>
              <a:ext uri="{FF2B5EF4-FFF2-40B4-BE49-F238E27FC236}">
                <a16:creationId xmlns:a16="http://schemas.microsoft.com/office/drawing/2014/main" id="{9CAF00A3-1058-4FA9-A985-03711701054C}"/>
              </a:ext>
            </a:extLst>
          </p:cNvPr>
          <p:cNvSpPr>
            <a:spLocks noGrp="1"/>
          </p:cNvSpPr>
          <p:nvPr>
            <p:ph type="dt" sz="half" idx="10"/>
          </p:nvPr>
        </p:nvSpPr>
        <p:spPr/>
        <p:txBody>
          <a:bodyPr rtlCol="0"/>
          <a:lstStyle/>
          <a:p>
            <a:pPr rtl="0"/>
            <a:r>
              <a:rPr lang="pl-PL" noProof="0"/>
              <a:t>20XX</a:t>
            </a:r>
          </a:p>
        </p:txBody>
      </p:sp>
      <p:sp>
        <p:nvSpPr>
          <p:cNvPr id="4" name="Stopka — symbol zastępczy 3">
            <a:extLst>
              <a:ext uri="{FF2B5EF4-FFF2-40B4-BE49-F238E27FC236}">
                <a16:creationId xmlns:a16="http://schemas.microsoft.com/office/drawing/2014/main" id="{A00F60BE-20E1-40C5-85E7-AEAABD0C0DE6}"/>
              </a:ext>
            </a:extLst>
          </p:cNvPr>
          <p:cNvSpPr>
            <a:spLocks noGrp="1"/>
          </p:cNvSpPr>
          <p:nvPr>
            <p:ph type="ftr" sz="quarter" idx="11"/>
          </p:nvPr>
        </p:nvSpPr>
        <p:spPr/>
        <p:txBody>
          <a:bodyPr rtlCol="0"/>
          <a:lstStyle/>
          <a:p>
            <a:pPr rtl="0"/>
            <a:r>
              <a:rPr lang="pl-PL" noProof="0"/>
              <a:t>Tytuł prezentacji</a:t>
            </a:r>
          </a:p>
        </p:txBody>
      </p:sp>
      <p:sp>
        <p:nvSpPr>
          <p:cNvPr id="5" name="Numer slajdu — symbol zastępczy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2893847496"/>
      </p:ext>
    </p:extLst>
  </p:cSld>
  <p:clrMapOvr>
    <a:masterClrMapping/>
  </p:clrMapOvr>
  <p:extLst>
    <p:ext uri="{DCECCB84-F9BA-43D5-87BE-67443E8EF086}">
      <p15:sldGuideLst xmlns:p15="http://schemas.microsoft.com/office/powerpoint/2012/main">
        <p15:guide id="1" pos="3840" userDrawn="1">
          <p15:clr>
            <a:srgbClr val="FBAE40"/>
          </p15:clr>
        </p15:guide>
        <p15:guide id="2" pos="52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ziękuję">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DE3D039-0A18-4031-8A63-D83666B066F6}"/>
              </a:ext>
            </a:extLst>
          </p:cNvPr>
          <p:cNvSpPr>
            <a:spLocks noGrp="1"/>
          </p:cNvSpPr>
          <p:nvPr>
            <p:ph type="title" hasCustomPrompt="1"/>
          </p:nvPr>
        </p:nvSpPr>
        <p:spPr>
          <a:xfrm>
            <a:off x="719425" y="4689888"/>
            <a:ext cx="5029200" cy="1371600"/>
          </a:xfrm>
        </p:spPr>
        <p:txBody>
          <a:bodyPr rtlCol="0" anchor="ctr" anchorCtr="0">
            <a:normAutofit/>
          </a:bodyPr>
          <a:lstStyle>
            <a:lvl1pPr algn="ctr">
              <a:defRPr sz="4400"/>
            </a:lvl1pPr>
          </a:lstStyle>
          <a:p>
            <a:pPr rtl="0"/>
            <a:r>
              <a:rPr lang="pl-PL" noProof="0"/>
              <a:t>Kliknij, aby edytować styl wzorca tytułu</a:t>
            </a:r>
          </a:p>
        </p:txBody>
      </p:sp>
      <p:sp>
        <p:nvSpPr>
          <p:cNvPr id="8" name="Obraz — symbol zastępczy 7">
            <a:extLst>
              <a:ext uri="{FF2B5EF4-FFF2-40B4-BE49-F238E27FC236}">
                <a16:creationId xmlns:a16="http://schemas.microsoft.com/office/drawing/2014/main" id="{87C02F5D-0AFB-480B-A152-5FC08DB4DCD7}"/>
              </a:ext>
            </a:extLst>
          </p:cNvPr>
          <p:cNvSpPr>
            <a:spLocks noGrp="1"/>
          </p:cNvSpPr>
          <p:nvPr>
            <p:ph type="pic" sz="quarter" idx="13"/>
          </p:nvPr>
        </p:nvSpPr>
        <p:spPr>
          <a:xfrm>
            <a:off x="458724" y="390524"/>
            <a:ext cx="5637276" cy="4114800"/>
          </a:xfrm>
          <a:solidFill>
            <a:schemeClr val="accent6"/>
          </a:solidFill>
        </p:spPr>
        <p:txBody>
          <a:bodyPr rtlCol="0"/>
          <a:lstStyle/>
          <a:p>
            <a:pPr rtl="0"/>
            <a:r>
              <a:rPr lang="pl-PL" noProof="0"/>
              <a:t>Kliknij ikonę, aby dodać obraz</a:t>
            </a:r>
          </a:p>
        </p:txBody>
      </p:sp>
      <p:sp>
        <p:nvSpPr>
          <p:cNvPr id="10" name="Obraz — symbol zastępczy 7">
            <a:extLst>
              <a:ext uri="{FF2B5EF4-FFF2-40B4-BE49-F238E27FC236}">
                <a16:creationId xmlns:a16="http://schemas.microsoft.com/office/drawing/2014/main" id="{6B717642-3C5E-4830-BCBC-E7FAE8B77949}"/>
              </a:ext>
            </a:extLst>
          </p:cNvPr>
          <p:cNvSpPr>
            <a:spLocks noGrp="1"/>
          </p:cNvSpPr>
          <p:nvPr>
            <p:ph type="pic" sz="quarter" idx="15"/>
          </p:nvPr>
        </p:nvSpPr>
        <p:spPr>
          <a:xfrm>
            <a:off x="6096000" y="390524"/>
            <a:ext cx="5637276" cy="4114800"/>
          </a:xfrm>
          <a:solidFill>
            <a:schemeClr val="accent6"/>
          </a:solidFill>
        </p:spPr>
        <p:txBody>
          <a:bodyPr rtlCol="0"/>
          <a:lstStyle/>
          <a:p>
            <a:pPr rtl="0"/>
            <a:r>
              <a:rPr lang="pl-PL" noProof="0"/>
              <a:t>Kliknij ikonę, aby dodać obraz</a:t>
            </a:r>
          </a:p>
        </p:txBody>
      </p:sp>
      <p:sp>
        <p:nvSpPr>
          <p:cNvPr id="9" name="Tekst — symbol zastępczy 8">
            <a:extLst>
              <a:ext uri="{FF2B5EF4-FFF2-40B4-BE49-F238E27FC236}">
                <a16:creationId xmlns:a16="http://schemas.microsoft.com/office/drawing/2014/main" id="{1A83FC01-0C03-4607-B5EA-8C230EA7CABF}"/>
              </a:ext>
            </a:extLst>
          </p:cNvPr>
          <p:cNvSpPr>
            <a:spLocks noGrp="1"/>
          </p:cNvSpPr>
          <p:nvPr>
            <p:ph type="body" sz="quarter" idx="14" hasCustomPrompt="1"/>
          </p:nvPr>
        </p:nvSpPr>
        <p:spPr>
          <a:xfrm>
            <a:off x="6460759" y="4687863"/>
            <a:ext cx="5029200" cy="1463040"/>
          </a:xfrm>
        </p:spPr>
        <p:txBody>
          <a:bodyPr rtlCol="0" anchor="ctr" anchorCtr="0">
            <a:noAutofit/>
          </a:bodyPr>
          <a:lstStyle>
            <a:lvl1pPr marL="0" indent="0">
              <a:lnSpc>
                <a:spcPts val="2000"/>
              </a:lnSpc>
              <a:buNone/>
              <a:defRPr sz="1600"/>
            </a:lvl1pPr>
            <a:lvl2pPr marL="457200" indent="0">
              <a:lnSpc>
                <a:spcPts val="2000"/>
              </a:lnSpc>
              <a:buNone/>
              <a:defRPr sz="1600"/>
            </a:lvl2pPr>
            <a:lvl3pPr marL="914400" indent="0">
              <a:lnSpc>
                <a:spcPts val="2000"/>
              </a:lnSpc>
              <a:spcBef>
                <a:spcPts val="0"/>
              </a:spcBef>
              <a:buNone/>
              <a:defRPr sz="1600"/>
            </a:lvl3pPr>
            <a:lvl4pPr marL="1371600" indent="0">
              <a:lnSpc>
                <a:spcPts val="2000"/>
              </a:lnSpc>
              <a:buNone/>
              <a:defRPr sz="1600"/>
            </a:lvl4pPr>
            <a:lvl5pPr marL="1828800" indent="0">
              <a:lnSpc>
                <a:spcPts val="2000"/>
              </a:lnSpc>
              <a:buNone/>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68EB05F6-A3ED-45AB-B103-D5E34BFD605F}"/>
              </a:ext>
            </a:extLst>
          </p:cNvPr>
          <p:cNvSpPr>
            <a:spLocks noGrp="1"/>
          </p:cNvSpPr>
          <p:nvPr>
            <p:ph type="dt" sz="half" idx="10"/>
          </p:nvPr>
        </p:nvSpPr>
        <p:spPr/>
        <p:txBody>
          <a:bodyPr rtlCol="0"/>
          <a:lstStyle/>
          <a:p>
            <a:pPr rtl="0"/>
            <a:r>
              <a:rPr lang="pl-PL" noProof="0"/>
              <a:t>20XX</a:t>
            </a:r>
          </a:p>
        </p:txBody>
      </p:sp>
      <p:sp>
        <p:nvSpPr>
          <p:cNvPr id="5" name="Stopka — symbol zastępczy 4">
            <a:extLst>
              <a:ext uri="{FF2B5EF4-FFF2-40B4-BE49-F238E27FC236}">
                <a16:creationId xmlns:a16="http://schemas.microsoft.com/office/drawing/2014/main" id="{2F029C1C-740D-4213-96FE-1FAA3072FF83}"/>
              </a:ext>
            </a:extLst>
          </p:cNvPr>
          <p:cNvSpPr>
            <a:spLocks noGrp="1"/>
          </p:cNvSpPr>
          <p:nvPr>
            <p:ph type="ftr" sz="quarter" idx="11"/>
          </p:nvPr>
        </p:nvSpPr>
        <p:spPr/>
        <p:txBody>
          <a:bodyPr rtlCol="0"/>
          <a:lstStyle/>
          <a:p>
            <a:pPr rtl="0"/>
            <a:r>
              <a:rPr lang="pl-PL" noProof="0"/>
              <a:t>Tytuł prezentacji</a:t>
            </a:r>
          </a:p>
        </p:txBody>
      </p:sp>
      <p:sp>
        <p:nvSpPr>
          <p:cNvPr id="6" name="Numer slajdu — symbol zastępczy 5">
            <a:extLst>
              <a:ext uri="{FF2B5EF4-FFF2-40B4-BE49-F238E27FC236}">
                <a16:creationId xmlns:a16="http://schemas.microsoft.com/office/drawing/2014/main" id="{F54E8801-7449-48B4-8D64-BCE20D0831C9}"/>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12082219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Nagłówek sekcji">
    <p:spTree>
      <p:nvGrpSpPr>
        <p:cNvPr id="1" name=""/>
        <p:cNvGrpSpPr/>
        <p:nvPr/>
      </p:nvGrpSpPr>
      <p:grpSpPr>
        <a:xfrm>
          <a:off x="0" y="0"/>
          <a:ext cx="0" cy="0"/>
          <a:chOff x="0" y="0"/>
          <a:chExt cx="0" cy="0"/>
        </a:xfrm>
      </p:grpSpPr>
      <p:sp>
        <p:nvSpPr>
          <p:cNvPr id="8" name="Obraz — symbol zastępczy 7">
            <a:extLst>
              <a:ext uri="{FF2B5EF4-FFF2-40B4-BE49-F238E27FC236}">
                <a16:creationId xmlns:a16="http://schemas.microsoft.com/office/drawing/2014/main" id="{87C02F5D-0AFB-480B-A152-5FC08DB4DCD7}"/>
              </a:ext>
            </a:extLst>
          </p:cNvPr>
          <p:cNvSpPr>
            <a:spLocks noGrp="1"/>
          </p:cNvSpPr>
          <p:nvPr>
            <p:ph type="pic" sz="quarter" idx="13"/>
          </p:nvPr>
        </p:nvSpPr>
        <p:spPr>
          <a:xfrm>
            <a:off x="458724" y="390524"/>
            <a:ext cx="11274552" cy="4171951"/>
          </a:xfrm>
          <a:solidFill>
            <a:schemeClr val="accent6"/>
          </a:solidFill>
        </p:spPr>
        <p:txBody>
          <a:bodyPr rtlCol="0"/>
          <a:lstStyle/>
          <a:p>
            <a:pPr rtl="0"/>
            <a:r>
              <a:rPr lang="pl-PL" noProof="0"/>
              <a:t>Kliknij ikonę, aby dodać obraz</a:t>
            </a:r>
          </a:p>
        </p:txBody>
      </p:sp>
      <p:sp>
        <p:nvSpPr>
          <p:cNvPr id="4" name="Data — symbol zastępczy 3">
            <a:extLst>
              <a:ext uri="{FF2B5EF4-FFF2-40B4-BE49-F238E27FC236}">
                <a16:creationId xmlns:a16="http://schemas.microsoft.com/office/drawing/2014/main" id="{68EB05F6-A3ED-45AB-B103-D5E34BFD605F}"/>
              </a:ext>
            </a:extLst>
          </p:cNvPr>
          <p:cNvSpPr>
            <a:spLocks noGrp="1"/>
          </p:cNvSpPr>
          <p:nvPr>
            <p:ph type="dt" sz="half" idx="10"/>
          </p:nvPr>
        </p:nvSpPr>
        <p:spPr/>
        <p:txBody>
          <a:bodyPr rtlCol="0"/>
          <a:lstStyle/>
          <a:p>
            <a:pPr rtl="0"/>
            <a:r>
              <a:rPr lang="pl-PL" noProof="0"/>
              <a:t>20XX</a:t>
            </a:r>
          </a:p>
        </p:txBody>
      </p:sp>
      <p:sp>
        <p:nvSpPr>
          <p:cNvPr id="5" name="Stopka — symbol zastępczy 4">
            <a:extLst>
              <a:ext uri="{FF2B5EF4-FFF2-40B4-BE49-F238E27FC236}">
                <a16:creationId xmlns:a16="http://schemas.microsoft.com/office/drawing/2014/main" id="{2F029C1C-740D-4213-96FE-1FAA3072FF83}"/>
              </a:ext>
            </a:extLst>
          </p:cNvPr>
          <p:cNvSpPr>
            <a:spLocks noGrp="1"/>
          </p:cNvSpPr>
          <p:nvPr>
            <p:ph type="ftr" sz="quarter" idx="11"/>
          </p:nvPr>
        </p:nvSpPr>
        <p:spPr/>
        <p:txBody>
          <a:bodyPr rtlCol="0"/>
          <a:lstStyle/>
          <a:p>
            <a:pPr rtl="0"/>
            <a:r>
              <a:rPr lang="pl-PL" noProof="0"/>
              <a:t>Tytuł prezentacji</a:t>
            </a:r>
          </a:p>
        </p:txBody>
      </p:sp>
      <p:sp>
        <p:nvSpPr>
          <p:cNvPr id="6" name="Numer slajdu — symbol zastępczy 5">
            <a:extLst>
              <a:ext uri="{FF2B5EF4-FFF2-40B4-BE49-F238E27FC236}">
                <a16:creationId xmlns:a16="http://schemas.microsoft.com/office/drawing/2014/main" id="{F54E8801-7449-48B4-8D64-BCE20D0831C9}"/>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
        <p:nvSpPr>
          <p:cNvPr id="9" name="Tytuł 1">
            <a:extLst>
              <a:ext uri="{FF2B5EF4-FFF2-40B4-BE49-F238E27FC236}">
                <a16:creationId xmlns:a16="http://schemas.microsoft.com/office/drawing/2014/main" id="{99C910F3-1CC6-467F-A64A-2DDFE463203E}"/>
              </a:ext>
            </a:extLst>
          </p:cNvPr>
          <p:cNvSpPr>
            <a:spLocks noGrp="1"/>
          </p:cNvSpPr>
          <p:nvPr>
            <p:ph type="title" hasCustomPrompt="1"/>
          </p:nvPr>
        </p:nvSpPr>
        <p:spPr>
          <a:xfrm>
            <a:off x="719425" y="4689888"/>
            <a:ext cx="5029200" cy="1371600"/>
          </a:xfrm>
        </p:spPr>
        <p:txBody>
          <a:bodyPr rtlCol="0" anchor="ctr" anchorCtr="0">
            <a:normAutofit/>
          </a:bodyPr>
          <a:lstStyle>
            <a:lvl1pPr algn="ctr">
              <a:defRPr sz="4400"/>
            </a:lvl1pPr>
          </a:lstStyle>
          <a:p>
            <a:pPr rtl="0"/>
            <a:r>
              <a:rPr lang="pl-PL" noProof="0"/>
              <a:t>Kliknij, aby edytować styl wzorca tytułu</a:t>
            </a:r>
          </a:p>
        </p:txBody>
      </p:sp>
      <p:sp>
        <p:nvSpPr>
          <p:cNvPr id="10" name="Tekst — symbol zastępczy 8">
            <a:extLst>
              <a:ext uri="{FF2B5EF4-FFF2-40B4-BE49-F238E27FC236}">
                <a16:creationId xmlns:a16="http://schemas.microsoft.com/office/drawing/2014/main" id="{5550E3EA-37A2-40C0-A78F-3C0AB0F78189}"/>
              </a:ext>
            </a:extLst>
          </p:cNvPr>
          <p:cNvSpPr>
            <a:spLocks noGrp="1"/>
          </p:cNvSpPr>
          <p:nvPr>
            <p:ph type="body" sz="quarter" idx="14" hasCustomPrompt="1"/>
          </p:nvPr>
        </p:nvSpPr>
        <p:spPr>
          <a:xfrm>
            <a:off x="6460759" y="4687863"/>
            <a:ext cx="5029200" cy="1463040"/>
          </a:xfrm>
        </p:spPr>
        <p:txBody>
          <a:bodyPr rtlCol="0" anchor="ctr" anchorCtr="0">
            <a:noAutofit/>
          </a:bodyPr>
          <a:lstStyle>
            <a:lvl1pPr marL="0" indent="0">
              <a:lnSpc>
                <a:spcPts val="1800"/>
              </a:lnSpc>
              <a:buNone/>
              <a:defRPr sz="1600"/>
            </a:lvl1pPr>
            <a:lvl2pPr marL="457200" indent="0">
              <a:lnSpc>
                <a:spcPts val="1800"/>
              </a:lnSpc>
              <a:buNone/>
              <a:defRPr sz="1600"/>
            </a:lvl2pPr>
            <a:lvl3pPr marL="914400" indent="0">
              <a:lnSpc>
                <a:spcPts val="1800"/>
              </a:lnSpc>
              <a:spcBef>
                <a:spcPts val="0"/>
              </a:spcBef>
              <a:buNone/>
              <a:defRPr sz="1600"/>
            </a:lvl3pPr>
            <a:lvl4pPr marL="1371600" indent="0">
              <a:lnSpc>
                <a:spcPts val="1800"/>
              </a:lnSpc>
              <a:buNone/>
              <a:defRPr sz="1600"/>
            </a:lvl4pPr>
            <a:lvl5pPr marL="1828800" indent="0">
              <a:lnSpc>
                <a:spcPts val="1800"/>
              </a:lnSpc>
              <a:buNone/>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Tree>
    <p:extLst>
      <p:ext uri="{BB962C8B-B14F-4D97-AF65-F5344CB8AC3E}">
        <p14:creationId xmlns:p14="http://schemas.microsoft.com/office/powerpoint/2010/main" val="14632446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3_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lstStyle/>
          <a:p>
            <a:pPr rtl="0"/>
            <a:r>
              <a:rPr lang="pl-PL" noProof="0"/>
              <a:t>Kliknij, aby edytować styl wzorca tytułu</a:t>
            </a:r>
          </a:p>
        </p:txBody>
      </p:sp>
      <p:sp>
        <p:nvSpPr>
          <p:cNvPr id="3" name="Data — symbol zastępczy 2">
            <a:extLst>
              <a:ext uri="{FF2B5EF4-FFF2-40B4-BE49-F238E27FC236}">
                <a16:creationId xmlns:a16="http://schemas.microsoft.com/office/drawing/2014/main" id="{9CAF00A3-1058-4FA9-A985-03711701054C}"/>
              </a:ext>
            </a:extLst>
          </p:cNvPr>
          <p:cNvSpPr>
            <a:spLocks noGrp="1"/>
          </p:cNvSpPr>
          <p:nvPr>
            <p:ph type="dt" sz="half" idx="10"/>
          </p:nvPr>
        </p:nvSpPr>
        <p:spPr/>
        <p:txBody>
          <a:bodyPr rtlCol="0"/>
          <a:lstStyle/>
          <a:p>
            <a:pPr rtl="0"/>
            <a:r>
              <a:rPr lang="pl-PL" noProof="0"/>
              <a:t>20XX</a:t>
            </a:r>
          </a:p>
        </p:txBody>
      </p:sp>
      <p:sp>
        <p:nvSpPr>
          <p:cNvPr id="4" name="Stopka — symbol zastępczy 3">
            <a:extLst>
              <a:ext uri="{FF2B5EF4-FFF2-40B4-BE49-F238E27FC236}">
                <a16:creationId xmlns:a16="http://schemas.microsoft.com/office/drawing/2014/main" id="{A00F60BE-20E1-40C5-85E7-AEAABD0C0DE6}"/>
              </a:ext>
            </a:extLst>
          </p:cNvPr>
          <p:cNvSpPr>
            <a:spLocks noGrp="1"/>
          </p:cNvSpPr>
          <p:nvPr>
            <p:ph type="ftr" sz="quarter" idx="11"/>
          </p:nvPr>
        </p:nvSpPr>
        <p:spPr/>
        <p:txBody>
          <a:bodyPr rtlCol="0"/>
          <a:lstStyle/>
          <a:p>
            <a:pPr rtl="0"/>
            <a:r>
              <a:rPr lang="pl-PL" noProof="0"/>
              <a:t>Tytuł prezentacji</a:t>
            </a:r>
          </a:p>
        </p:txBody>
      </p:sp>
      <p:sp>
        <p:nvSpPr>
          <p:cNvPr id="5" name="Numer slajdu — symbol zastępczy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26799299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6ACA106-0FC3-4FE9-9338-4AC3D15608E5}"/>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02BF6510-D603-481E-B685-9095150A2891}"/>
              </a:ext>
            </a:extLst>
          </p:cNvPr>
          <p:cNvSpPr>
            <a:spLocks noGrp="1"/>
          </p:cNvSpPr>
          <p:nvPr>
            <p:ph sz="half" idx="1" hasCustomPrompt="1"/>
          </p:nvPr>
        </p:nvSpPr>
        <p:spPr>
          <a:xfrm>
            <a:off x="838200" y="1825625"/>
            <a:ext cx="5181600" cy="4351338"/>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Zawartość — symbol zastępczy 3">
            <a:extLst>
              <a:ext uri="{FF2B5EF4-FFF2-40B4-BE49-F238E27FC236}">
                <a16:creationId xmlns:a16="http://schemas.microsoft.com/office/drawing/2014/main" id="{9A743757-ABC3-44BF-87D3-5E323E9B00D9}"/>
              </a:ext>
            </a:extLst>
          </p:cNvPr>
          <p:cNvSpPr>
            <a:spLocks noGrp="1"/>
          </p:cNvSpPr>
          <p:nvPr>
            <p:ph sz="half" idx="2" hasCustomPrompt="1"/>
          </p:nvPr>
        </p:nvSpPr>
        <p:spPr>
          <a:xfrm>
            <a:off x="6172200" y="1825625"/>
            <a:ext cx="5181600" cy="4351338"/>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Data — symbol zastępczy 4">
            <a:extLst>
              <a:ext uri="{FF2B5EF4-FFF2-40B4-BE49-F238E27FC236}">
                <a16:creationId xmlns:a16="http://schemas.microsoft.com/office/drawing/2014/main" id="{23A79566-C1F8-443D-A135-C668898477AE}"/>
              </a:ext>
            </a:extLst>
          </p:cNvPr>
          <p:cNvSpPr>
            <a:spLocks noGrp="1"/>
          </p:cNvSpPr>
          <p:nvPr>
            <p:ph type="dt" sz="half" idx="10"/>
          </p:nvPr>
        </p:nvSpPr>
        <p:spPr/>
        <p:txBody>
          <a:bodyPr rtlCol="0"/>
          <a:lstStyle/>
          <a:p>
            <a:pPr rtl="0"/>
            <a:r>
              <a:rPr lang="pl-PL" noProof="0"/>
              <a:t>20XX</a:t>
            </a:r>
          </a:p>
        </p:txBody>
      </p:sp>
      <p:sp>
        <p:nvSpPr>
          <p:cNvPr id="6" name="Stopka — symbol zastępczy 5">
            <a:extLst>
              <a:ext uri="{FF2B5EF4-FFF2-40B4-BE49-F238E27FC236}">
                <a16:creationId xmlns:a16="http://schemas.microsoft.com/office/drawing/2014/main" id="{035CF363-F733-460B-9E71-BF70442AC396}"/>
              </a:ext>
            </a:extLst>
          </p:cNvPr>
          <p:cNvSpPr>
            <a:spLocks noGrp="1"/>
          </p:cNvSpPr>
          <p:nvPr>
            <p:ph type="ftr" sz="quarter" idx="11"/>
          </p:nvPr>
        </p:nvSpPr>
        <p:spPr/>
        <p:txBody>
          <a:bodyPr rtlCol="0"/>
          <a:lstStyle/>
          <a:p>
            <a:pPr rtl="0"/>
            <a:r>
              <a:rPr lang="pl-PL" noProof="0"/>
              <a:t>Tytuł prezentacji</a:t>
            </a:r>
          </a:p>
        </p:txBody>
      </p:sp>
      <p:sp>
        <p:nvSpPr>
          <p:cNvPr id="7" name="Numer slajdu — symbol zastępczy 6">
            <a:extLst>
              <a:ext uri="{FF2B5EF4-FFF2-40B4-BE49-F238E27FC236}">
                <a16:creationId xmlns:a16="http://schemas.microsoft.com/office/drawing/2014/main" id="{A3B0FA47-58F4-4B95-AD52-4EFE7977ACEC}"/>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4894937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olumna zawartości 3">
    <p:spTree>
      <p:nvGrpSpPr>
        <p:cNvPr id="1" name=""/>
        <p:cNvGrpSpPr/>
        <p:nvPr/>
      </p:nvGrpSpPr>
      <p:grpSpPr>
        <a:xfrm>
          <a:off x="0" y="0"/>
          <a:ext cx="0" cy="0"/>
          <a:chOff x="0" y="0"/>
          <a:chExt cx="0" cy="0"/>
        </a:xfrm>
      </p:grpSpPr>
      <p:sp>
        <p:nvSpPr>
          <p:cNvPr id="15" name="Tekst — symbol zastępczy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838201" y="1719628"/>
            <a:ext cx="3300183" cy="554038"/>
          </a:xfrm>
        </p:spPr>
        <p:txBody>
          <a:bodyPr rtlCol="0">
            <a:normAutofit/>
          </a:bodyPr>
          <a:lstStyle>
            <a:lvl1pPr marL="0" indent="0">
              <a:buNone/>
              <a:defRPr sz="2400" b="1">
                <a:solidFill>
                  <a:schemeClr val="tx1"/>
                </a:solidFill>
              </a:defRPr>
            </a:lvl1pPr>
          </a:lstStyle>
          <a:p>
            <a:pPr lvl="0" rtl="0"/>
            <a:r>
              <a:rPr lang="pl-PL" noProof="0"/>
              <a:t>Kliknij, aby dodać podtytuł</a:t>
            </a:r>
          </a:p>
        </p:txBody>
      </p:sp>
      <p:sp>
        <p:nvSpPr>
          <p:cNvPr id="17" name="Tekst — symbol zastępczy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838201" y="2332649"/>
            <a:ext cx="3299434" cy="3529013"/>
          </a:xfrm>
        </p:spPr>
        <p:txBody>
          <a:bodyPr rtlCol="0">
            <a:normAutofit/>
          </a:bodyPr>
          <a:lstStyle>
            <a:lvl1pPr marL="285750" indent="-285750">
              <a:buFont typeface="Arial" panose="020B0604020202020204" pitchFamily="34" charset="0"/>
              <a:buChar char="•"/>
              <a:defRPr sz="1800">
                <a:solidFill>
                  <a:schemeClr val="tx2"/>
                </a:solidFill>
              </a:defRPr>
            </a:lvl1pPr>
          </a:lstStyle>
          <a:p>
            <a:pPr lvl="0" rtl="0"/>
            <a:r>
              <a:rPr lang="pl-PL" noProof="0"/>
              <a:t>Kliknij, aby dodać tekst</a:t>
            </a:r>
          </a:p>
        </p:txBody>
      </p:sp>
      <p:sp>
        <p:nvSpPr>
          <p:cNvPr id="31" name="Tekst — symbol zastępczy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4362182" y="1719628"/>
            <a:ext cx="3300183" cy="554038"/>
          </a:xfrm>
        </p:spPr>
        <p:txBody>
          <a:bodyPr rtlCol="0">
            <a:normAutofit/>
          </a:bodyPr>
          <a:lstStyle>
            <a:lvl1pPr marL="0" indent="0">
              <a:buNone/>
              <a:defRPr sz="2400" b="1">
                <a:solidFill>
                  <a:schemeClr val="tx1"/>
                </a:solidFill>
              </a:defRPr>
            </a:lvl1pPr>
          </a:lstStyle>
          <a:p>
            <a:pPr lvl="0" rtl="0"/>
            <a:r>
              <a:rPr lang="pl-PL" noProof="0"/>
              <a:t>Kliknij, aby dodać podtytuł</a:t>
            </a:r>
          </a:p>
        </p:txBody>
      </p:sp>
      <p:sp>
        <p:nvSpPr>
          <p:cNvPr id="32" name="Tekst — symbol zastępczy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4362557" y="2332649"/>
            <a:ext cx="3299434" cy="3529013"/>
          </a:xfrm>
        </p:spPr>
        <p:txBody>
          <a:bodyPr rtlCol="0">
            <a:normAutofit/>
          </a:bodyPr>
          <a:lstStyle>
            <a:lvl1pPr marL="285750" indent="-285750">
              <a:buFont typeface="Arial" panose="020B0604020202020204" pitchFamily="34" charset="0"/>
              <a:buChar char="•"/>
              <a:defRPr sz="1800">
                <a:solidFill>
                  <a:schemeClr val="tx2"/>
                </a:solidFill>
              </a:defRPr>
            </a:lvl1pPr>
          </a:lstStyle>
          <a:p>
            <a:pPr lvl="0" rtl="0"/>
            <a:r>
              <a:rPr lang="pl-PL" noProof="0"/>
              <a:t>Kliknij, aby dodać tekst</a:t>
            </a:r>
          </a:p>
        </p:txBody>
      </p:sp>
      <p:sp>
        <p:nvSpPr>
          <p:cNvPr id="33" name="Tekst — symbol zastępczy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7886164" y="1719628"/>
            <a:ext cx="3300183" cy="554038"/>
          </a:xfrm>
        </p:spPr>
        <p:txBody>
          <a:bodyPr rtlCol="0">
            <a:normAutofit/>
          </a:bodyPr>
          <a:lstStyle>
            <a:lvl1pPr marL="0" indent="0">
              <a:buNone/>
              <a:defRPr sz="2400" b="1">
                <a:solidFill>
                  <a:schemeClr val="tx1"/>
                </a:solidFill>
              </a:defRPr>
            </a:lvl1pPr>
          </a:lstStyle>
          <a:p>
            <a:pPr lvl="0" rtl="0"/>
            <a:r>
              <a:rPr lang="pl-PL" noProof="0"/>
              <a:t>Kliknij, aby dodać podtytuł</a:t>
            </a:r>
          </a:p>
        </p:txBody>
      </p:sp>
      <p:sp>
        <p:nvSpPr>
          <p:cNvPr id="34" name="Tekst — symbol zastępczy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7886913" y="2332649"/>
            <a:ext cx="3299434" cy="3529013"/>
          </a:xfrm>
        </p:spPr>
        <p:txBody>
          <a:bodyPr rtlCol="0">
            <a:normAutofit/>
          </a:bodyPr>
          <a:lstStyle>
            <a:lvl1pPr marL="285750" indent="-285750">
              <a:buFont typeface="Arial" panose="020B0604020202020204" pitchFamily="34" charset="0"/>
              <a:buChar char="•"/>
              <a:defRPr sz="1800">
                <a:solidFill>
                  <a:schemeClr val="tx2"/>
                </a:solidFill>
              </a:defRPr>
            </a:lvl1pPr>
          </a:lstStyle>
          <a:p>
            <a:pPr lvl="0" rtl="0"/>
            <a:r>
              <a:rPr lang="pl-PL" noProof="0"/>
              <a:t>Kliknij, aby dodać tekst</a:t>
            </a:r>
          </a:p>
        </p:txBody>
      </p:sp>
      <p:sp>
        <p:nvSpPr>
          <p:cNvPr id="2" name="Tytuł 1">
            <a:extLst>
              <a:ext uri="{FF2B5EF4-FFF2-40B4-BE49-F238E27FC236}">
                <a16:creationId xmlns:a16="http://schemas.microsoft.com/office/drawing/2014/main" id="{EDD6B45A-9FA0-4D2A-8BEF-4709BD5C14CA}"/>
              </a:ext>
            </a:extLst>
          </p:cNvPr>
          <p:cNvSpPr>
            <a:spLocks noGrp="1"/>
          </p:cNvSpPr>
          <p:nvPr>
            <p:ph type="title" hasCustomPrompt="1"/>
          </p:nvPr>
        </p:nvSpPr>
        <p:spPr/>
        <p:txBody>
          <a:bodyPr rtlCol="0"/>
          <a:lstStyle/>
          <a:p>
            <a:pPr rtl="0"/>
            <a:r>
              <a:rPr lang="pl-PL" noProof="0"/>
              <a:t>Kliknij, aby edytować styl wzorca tytułu</a:t>
            </a:r>
          </a:p>
        </p:txBody>
      </p:sp>
      <p:sp>
        <p:nvSpPr>
          <p:cNvPr id="3" name="Data — symbol zastępczy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pl-PL" noProof="0"/>
              <a:t>20XX</a:t>
            </a:r>
          </a:p>
        </p:txBody>
      </p:sp>
      <p:sp>
        <p:nvSpPr>
          <p:cNvPr id="4" name="Stopka — symbol zastępczy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pl-PL" noProof="0"/>
              <a:t>Tytuł prezentacji</a:t>
            </a:r>
          </a:p>
        </p:txBody>
      </p:sp>
      <p:sp>
        <p:nvSpPr>
          <p:cNvPr id="5" name="Numer slajdu — symbol zastępczy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19070860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a — symbol zastępczy 1">
            <a:extLst>
              <a:ext uri="{FF2B5EF4-FFF2-40B4-BE49-F238E27FC236}">
                <a16:creationId xmlns:a16="http://schemas.microsoft.com/office/drawing/2014/main" id="{B813B5FF-9D53-4FD4-B752-22F188FA0A82}"/>
              </a:ext>
            </a:extLst>
          </p:cNvPr>
          <p:cNvSpPr>
            <a:spLocks noGrp="1"/>
          </p:cNvSpPr>
          <p:nvPr>
            <p:ph type="dt" sz="half" idx="10"/>
          </p:nvPr>
        </p:nvSpPr>
        <p:spPr/>
        <p:txBody>
          <a:bodyPr rtlCol="0"/>
          <a:lstStyle/>
          <a:p>
            <a:pPr rtl="0"/>
            <a:r>
              <a:rPr lang="pl-PL" noProof="0"/>
              <a:t>20XX</a:t>
            </a:r>
          </a:p>
        </p:txBody>
      </p:sp>
      <p:sp>
        <p:nvSpPr>
          <p:cNvPr id="3" name="Stopka — symbol zastępczy 2">
            <a:extLst>
              <a:ext uri="{FF2B5EF4-FFF2-40B4-BE49-F238E27FC236}">
                <a16:creationId xmlns:a16="http://schemas.microsoft.com/office/drawing/2014/main" id="{49083EC5-999D-4EF5-A22C-FD19C31D51F9}"/>
              </a:ext>
            </a:extLst>
          </p:cNvPr>
          <p:cNvSpPr>
            <a:spLocks noGrp="1"/>
          </p:cNvSpPr>
          <p:nvPr>
            <p:ph type="ftr" sz="quarter" idx="11"/>
          </p:nvPr>
        </p:nvSpPr>
        <p:spPr/>
        <p:txBody>
          <a:bodyPr rtlCol="0"/>
          <a:lstStyle/>
          <a:p>
            <a:pPr rtl="0"/>
            <a:r>
              <a:rPr lang="pl-PL" noProof="0"/>
              <a:t>Tytuł prezentacji</a:t>
            </a:r>
          </a:p>
        </p:txBody>
      </p:sp>
      <p:sp>
        <p:nvSpPr>
          <p:cNvPr id="4" name="Numer slajdu — symbol zastępczy 3">
            <a:extLst>
              <a:ext uri="{FF2B5EF4-FFF2-40B4-BE49-F238E27FC236}">
                <a16:creationId xmlns:a16="http://schemas.microsoft.com/office/drawing/2014/main" id="{75215B34-3A95-488E-8DAD-34652A5BE7D1}"/>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39254976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8B4411E-20EA-4627-8A68-17038DCE1876}"/>
              </a:ext>
            </a:extLst>
          </p:cNvPr>
          <p:cNvSpPr>
            <a:spLocks noGrp="1"/>
          </p:cNvSpPr>
          <p:nvPr>
            <p:ph type="title" hasCustomPrompt="1"/>
          </p:nvPr>
        </p:nvSpPr>
        <p:spPr>
          <a:xfrm>
            <a:off x="839788" y="457200"/>
            <a:ext cx="3932237" cy="1600200"/>
          </a:xfrm>
        </p:spPr>
        <p:txBody>
          <a:bodyPr rtlCol="0" anchor="b"/>
          <a:lstStyle>
            <a:lvl1pPr>
              <a:defRPr sz="3200"/>
            </a:lvl1pPr>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1974E5B2-1EB9-4222-8FAB-65BDC9A9500F}"/>
              </a:ext>
            </a:extLst>
          </p:cNvPr>
          <p:cNvSpPr>
            <a:spLocks noGrp="1"/>
          </p:cNvSpPr>
          <p:nvPr>
            <p:ph idx="1" hasCustomPrompt="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Tekst — symbol zastępczy 3">
            <a:extLst>
              <a:ext uri="{FF2B5EF4-FFF2-40B4-BE49-F238E27FC236}">
                <a16:creationId xmlns:a16="http://schemas.microsoft.com/office/drawing/2014/main" id="{DC197C18-82B5-4EB5-9010-63FFB7F5316B}"/>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l-PL" noProof="0"/>
              <a:t>Kliknij, aby edytować style wzorców tekstu</a:t>
            </a:r>
          </a:p>
        </p:txBody>
      </p:sp>
      <p:sp>
        <p:nvSpPr>
          <p:cNvPr id="5" name="Data — symbol zastępczy 4">
            <a:extLst>
              <a:ext uri="{FF2B5EF4-FFF2-40B4-BE49-F238E27FC236}">
                <a16:creationId xmlns:a16="http://schemas.microsoft.com/office/drawing/2014/main" id="{D732AD86-1F8B-4DE6-9736-793E1781772C}"/>
              </a:ext>
            </a:extLst>
          </p:cNvPr>
          <p:cNvSpPr>
            <a:spLocks noGrp="1"/>
          </p:cNvSpPr>
          <p:nvPr>
            <p:ph type="dt" sz="half" idx="10"/>
          </p:nvPr>
        </p:nvSpPr>
        <p:spPr/>
        <p:txBody>
          <a:bodyPr rtlCol="0"/>
          <a:lstStyle/>
          <a:p>
            <a:pPr rtl="0"/>
            <a:r>
              <a:rPr lang="pl-PL" noProof="0"/>
              <a:t>20XX</a:t>
            </a:r>
          </a:p>
        </p:txBody>
      </p:sp>
      <p:sp>
        <p:nvSpPr>
          <p:cNvPr id="6" name="Stopka — symbol zastępczy 5">
            <a:extLst>
              <a:ext uri="{FF2B5EF4-FFF2-40B4-BE49-F238E27FC236}">
                <a16:creationId xmlns:a16="http://schemas.microsoft.com/office/drawing/2014/main" id="{FA60A3B3-8B02-4D8B-A982-7C7CA03A9290}"/>
              </a:ext>
            </a:extLst>
          </p:cNvPr>
          <p:cNvSpPr>
            <a:spLocks noGrp="1"/>
          </p:cNvSpPr>
          <p:nvPr>
            <p:ph type="ftr" sz="quarter" idx="11"/>
          </p:nvPr>
        </p:nvSpPr>
        <p:spPr/>
        <p:txBody>
          <a:bodyPr rtlCol="0"/>
          <a:lstStyle/>
          <a:p>
            <a:pPr rtl="0"/>
            <a:r>
              <a:rPr lang="pl-PL" noProof="0"/>
              <a:t>Tytuł prezentacji</a:t>
            </a:r>
          </a:p>
        </p:txBody>
      </p:sp>
      <p:sp>
        <p:nvSpPr>
          <p:cNvPr id="7" name="Numer slajdu — symbol zastępczy 6">
            <a:extLst>
              <a:ext uri="{FF2B5EF4-FFF2-40B4-BE49-F238E27FC236}">
                <a16:creationId xmlns:a16="http://schemas.microsoft.com/office/drawing/2014/main" id="{989C9CBB-7187-447C-9F33-04CFDCD0B2D0}"/>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29888139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3925D6D-4906-4DAB-B1BA-9436026FE62F}"/>
              </a:ext>
            </a:extLst>
          </p:cNvPr>
          <p:cNvSpPr>
            <a:spLocks noGrp="1"/>
          </p:cNvSpPr>
          <p:nvPr>
            <p:ph type="title" hasCustomPrompt="1"/>
          </p:nvPr>
        </p:nvSpPr>
        <p:spPr>
          <a:xfrm>
            <a:off x="839788" y="457200"/>
            <a:ext cx="3932237" cy="1600200"/>
          </a:xfrm>
        </p:spPr>
        <p:txBody>
          <a:bodyPr rtlCol="0" anchor="b"/>
          <a:lstStyle>
            <a:lvl1pPr>
              <a:defRPr sz="3200"/>
            </a:lvl1pPr>
          </a:lstStyle>
          <a:p>
            <a:pPr rtl="0"/>
            <a:r>
              <a:rPr lang="pl-PL" noProof="0"/>
              <a:t>Kliknij, aby edytować styl wzorca tytułu</a:t>
            </a:r>
          </a:p>
        </p:txBody>
      </p:sp>
      <p:sp>
        <p:nvSpPr>
          <p:cNvPr id="3" name="Obraz — symbol zastępczy 2">
            <a:extLst>
              <a:ext uri="{FF2B5EF4-FFF2-40B4-BE49-F238E27FC236}">
                <a16:creationId xmlns:a16="http://schemas.microsoft.com/office/drawing/2014/main" id="{C9975A10-62C2-4D29-B192-A142562FE053}"/>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l-PL" noProof="0"/>
              <a:t>Kliknij ikonę, aby dodać obraz</a:t>
            </a:r>
          </a:p>
        </p:txBody>
      </p:sp>
      <p:sp>
        <p:nvSpPr>
          <p:cNvPr id="4" name="Tekst — symbol zastępczy 3">
            <a:extLst>
              <a:ext uri="{FF2B5EF4-FFF2-40B4-BE49-F238E27FC236}">
                <a16:creationId xmlns:a16="http://schemas.microsoft.com/office/drawing/2014/main" id="{A3B58235-2C90-48E1-8A68-7413F78398F7}"/>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l-PL" noProof="0"/>
              <a:t>Kliknij, aby edytować style wzorców tekstu</a:t>
            </a:r>
          </a:p>
        </p:txBody>
      </p:sp>
      <p:sp>
        <p:nvSpPr>
          <p:cNvPr id="5" name="Data — symbol zastępczy 4">
            <a:extLst>
              <a:ext uri="{FF2B5EF4-FFF2-40B4-BE49-F238E27FC236}">
                <a16:creationId xmlns:a16="http://schemas.microsoft.com/office/drawing/2014/main" id="{B2FCAF9B-D406-4E4F-B804-AF188F651834}"/>
              </a:ext>
            </a:extLst>
          </p:cNvPr>
          <p:cNvSpPr>
            <a:spLocks noGrp="1"/>
          </p:cNvSpPr>
          <p:nvPr>
            <p:ph type="dt" sz="half" idx="10"/>
          </p:nvPr>
        </p:nvSpPr>
        <p:spPr/>
        <p:txBody>
          <a:bodyPr rtlCol="0"/>
          <a:lstStyle/>
          <a:p>
            <a:pPr rtl="0"/>
            <a:r>
              <a:rPr lang="pl-PL" noProof="0"/>
              <a:t>20XX</a:t>
            </a:r>
          </a:p>
        </p:txBody>
      </p:sp>
      <p:sp>
        <p:nvSpPr>
          <p:cNvPr id="6" name="Stopka — symbol zastępczy 5">
            <a:extLst>
              <a:ext uri="{FF2B5EF4-FFF2-40B4-BE49-F238E27FC236}">
                <a16:creationId xmlns:a16="http://schemas.microsoft.com/office/drawing/2014/main" id="{47E5FF7C-B4CA-48C1-B1A5-2AA329D34317}"/>
              </a:ext>
            </a:extLst>
          </p:cNvPr>
          <p:cNvSpPr>
            <a:spLocks noGrp="1"/>
          </p:cNvSpPr>
          <p:nvPr>
            <p:ph type="ftr" sz="quarter" idx="11"/>
          </p:nvPr>
        </p:nvSpPr>
        <p:spPr/>
        <p:txBody>
          <a:bodyPr rtlCol="0"/>
          <a:lstStyle/>
          <a:p>
            <a:pPr rtl="0"/>
            <a:r>
              <a:rPr lang="pl-PL" noProof="0"/>
              <a:t>Tytuł prezentacji</a:t>
            </a:r>
          </a:p>
        </p:txBody>
      </p:sp>
      <p:sp>
        <p:nvSpPr>
          <p:cNvPr id="7" name="Numer slajdu — symbol zastępczy 6">
            <a:extLst>
              <a:ext uri="{FF2B5EF4-FFF2-40B4-BE49-F238E27FC236}">
                <a16:creationId xmlns:a16="http://schemas.microsoft.com/office/drawing/2014/main" id="{6AAABB43-2086-4CDB-B2A4-E51E7D83C75B}"/>
              </a:ext>
            </a:extLst>
          </p:cNvPr>
          <p:cNvSpPr>
            <a:spLocks noGrp="1"/>
          </p:cNvSpPr>
          <p:nvPr>
            <p:ph type="sldNum" sz="quarter" idx="12"/>
          </p:nvPr>
        </p:nvSpPr>
        <p:spPr/>
        <p:txBody>
          <a:bodyPr rtlCol="0"/>
          <a:lstStyle/>
          <a:p>
            <a:pPr rtl="0"/>
            <a:fld id="{B5CEABB6-07DC-46E8-9B57-56EC44A396E5}" type="slidenum">
              <a:rPr lang="pl-PL" noProof="0" smtClean="0"/>
              <a:t>‹#›</a:t>
            </a:fld>
            <a:endParaRPr lang="pl-PL" noProof="0"/>
          </a:p>
        </p:txBody>
      </p:sp>
    </p:spTree>
    <p:extLst>
      <p:ext uri="{BB962C8B-B14F-4D97-AF65-F5344CB8AC3E}">
        <p14:creationId xmlns:p14="http://schemas.microsoft.com/office/powerpoint/2010/main" val="25473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ytuł — symbol zastępczy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pPr rtl="0"/>
            <a:r>
              <a:rPr lang="pl-PL" noProof="0"/>
              <a:t>20XX</a:t>
            </a:r>
          </a:p>
        </p:txBody>
      </p:sp>
      <p:sp>
        <p:nvSpPr>
          <p:cNvPr id="5" name="Stopka — symbol zastępczy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pPr rtl="0"/>
            <a:r>
              <a:rPr lang="pl-PL" noProof="0"/>
              <a:t>Tytuł prezentacji</a:t>
            </a:r>
          </a:p>
        </p:txBody>
      </p:sp>
      <p:sp>
        <p:nvSpPr>
          <p:cNvPr id="6" name="Numer slajdu — symbol zastępczy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pPr rtl="0"/>
            <a:fld id="{B5CEABB6-07DC-46E8-9B57-56EC44A396E5}" type="slidenum">
              <a:rPr lang="pl-PL" noProof="0" smtClean="0"/>
              <a:pPr rtl="0"/>
              <a:t>‹#›</a:t>
            </a:fld>
            <a:endParaRPr lang="pl-PL" noProof="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84" r:id="rId3"/>
    <p:sldLayoutId id="2147483671" r:id="rId4"/>
    <p:sldLayoutId id="2147483683" r:id="rId5"/>
    <p:sldLayoutId id="2147483667" r:id="rId6"/>
    <p:sldLayoutId id="2147483688" r:id="rId7"/>
    <p:sldLayoutId id="2147483673" r:id="rId8"/>
    <p:sldLayoutId id="2147483672" r:id="rId9"/>
    <p:sldLayoutId id="2147483669" r:id="rId10"/>
    <p:sldLayoutId id="2147483682" r:id="rId11"/>
    <p:sldLayoutId id="2147483663" r:id="rId12"/>
    <p:sldLayoutId id="2147483677" r:id="rId13"/>
    <p:sldLayoutId id="2147483653" r:id="rId14"/>
    <p:sldLayoutId id="2147483678" r:id="rId15"/>
    <p:sldLayoutId id="2147483650" r:id="rId16"/>
    <p:sldLayoutId id="2147483654" r:id="rId17"/>
    <p:sldLayoutId id="2147483681" r:id="rId18"/>
    <p:sldLayoutId id="2147483686" r:id="rId19"/>
    <p:sldLayoutId id="2147483690" r:id="rId20"/>
    <p:sldLayoutId id="2147483676" r:id="rId21"/>
    <p:sldLayoutId id="2147483680" r:id="rId22"/>
    <p:sldLayoutId id="2147483675" r:id="rId23"/>
    <p:sldLayoutId id="2147483652" r:id="rId24"/>
    <p:sldLayoutId id="2147483665" r:id="rId25"/>
    <p:sldLayoutId id="2147483655" r:id="rId26"/>
    <p:sldLayoutId id="2147483656" r:id="rId27"/>
    <p:sldLayoutId id="2147483657" r:id="rId28"/>
  </p:sldLayoutIdLst>
  <p:hf hdr="0"/>
  <p:txStyles>
    <p:titleStyle>
      <a:lvl1pPr algn="l" defTabSz="914400" rtl="0" eaLnBrk="1" latinLnBrk="0" hangingPunct="1">
        <a:lnSpc>
          <a:spcPct val="90000"/>
        </a:lnSpc>
        <a:spcBef>
          <a:spcPct val="0"/>
        </a:spcBef>
        <a:buNone/>
        <a:defRPr sz="4400" kern="1200">
          <a:solidFill>
            <a:schemeClr val="tx1">
              <a:lumMod val="50000"/>
              <a:lumOff val="50000"/>
            </a:schemeClr>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1920" userDrawn="1">
          <p15:clr>
            <a:srgbClr val="F26B43"/>
          </p15:clr>
        </p15:guide>
        <p15:guide id="4" pos="5760" userDrawn="1">
          <p15:clr>
            <a:srgbClr val="F26B43"/>
          </p15:clr>
        </p15:guide>
        <p15:guide id="5" pos="7248" userDrawn="1">
          <p15:clr>
            <a:srgbClr val="F26B43"/>
          </p15:clr>
        </p15:guide>
        <p15:guide id="6" pos="4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aacap.org/AACAP/Families_and_Youth/Facts_for_Families/FFF-Guide/Children-And-Watching-TV-054.aspx"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customXml" Target="../ink/ink6.xml"/><Relationship Id="rId18" Type="http://schemas.openxmlformats.org/officeDocument/2006/relationships/image" Target="../media/image27.png"/><Relationship Id="rId26" Type="http://schemas.openxmlformats.org/officeDocument/2006/relationships/image" Target="../media/image31.png"/><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24.png"/><Relationship Id="rId17" Type="http://schemas.openxmlformats.org/officeDocument/2006/relationships/customXml" Target="../ink/ink8.xml"/><Relationship Id="rId25" Type="http://schemas.openxmlformats.org/officeDocument/2006/relationships/customXml" Target="../ink/ink12.xml"/><Relationship Id="rId2" Type="http://schemas.openxmlformats.org/officeDocument/2006/relationships/image" Target="../media/image19.png"/><Relationship Id="rId16" Type="http://schemas.openxmlformats.org/officeDocument/2006/relationships/image" Target="../media/image26.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21.png"/><Relationship Id="rId11" Type="http://schemas.openxmlformats.org/officeDocument/2006/relationships/customXml" Target="../ink/ink5.xml"/><Relationship Id="rId24" Type="http://schemas.openxmlformats.org/officeDocument/2006/relationships/image" Target="../media/image30.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32.png"/><Relationship Id="rId10" Type="http://schemas.openxmlformats.org/officeDocument/2006/relationships/image" Target="../media/image23.png"/><Relationship Id="rId19" Type="http://schemas.openxmlformats.org/officeDocument/2006/relationships/customXml" Target="../ink/ink9.xml"/><Relationship Id="rId4" Type="http://schemas.openxmlformats.org/officeDocument/2006/relationships/image" Target="../media/image20.png"/><Relationship Id="rId9" Type="http://schemas.openxmlformats.org/officeDocument/2006/relationships/customXml" Target="../ink/ink4.xml"/><Relationship Id="rId14" Type="http://schemas.openxmlformats.org/officeDocument/2006/relationships/image" Target="../media/image25.png"/><Relationship Id="rId22" Type="http://schemas.openxmlformats.org/officeDocument/2006/relationships/image" Target="../media/image29.png"/><Relationship Id="rId27" Type="http://schemas.openxmlformats.org/officeDocument/2006/relationships/customXml" Target="../ink/ink13.xml"/></Relationships>
</file>

<file path=ppt/slides/_rels/slide1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5.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42.png"/><Relationship Id="rId5" Type="http://schemas.microsoft.com/office/2007/relationships/hdphoto" Target="../media/hdphoto1.wdp"/><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ree Cellular Man photo and picture">
            <a:extLst>
              <a:ext uri="{FF2B5EF4-FFF2-40B4-BE49-F238E27FC236}">
                <a16:creationId xmlns:a16="http://schemas.microsoft.com/office/drawing/2014/main" id="{5B7E258B-C095-4A57-DE81-182CF46B8DC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86" b="14802"/>
          <a:stretch/>
        </p:blipFill>
        <p:spPr bwMode="auto">
          <a:xfrm>
            <a:off x="443007" y="457200"/>
            <a:ext cx="11274551" cy="5943600"/>
          </a:xfrm>
          <a:prstGeom prst="rect">
            <a:avLst/>
          </a:prstGeom>
          <a:noFill/>
          <a:extLst>
            <a:ext uri="{909E8E84-426E-40DD-AFC4-6F175D3DCCD1}">
              <a14:hiddenFill xmlns:a14="http://schemas.microsoft.com/office/drawing/2010/main">
                <a:solidFill>
                  <a:srgbClr val="FFFFFF"/>
                </a:solidFill>
              </a14:hiddenFill>
            </a:ext>
          </a:extLst>
        </p:spPr>
      </p:pic>
      <p:sp>
        <p:nvSpPr>
          <p:cNvPr id="2" name="Tytuł 1">
            <a:extLst>
              <a:ext uri="{FF2B5EF4-FFF2-40B4-BE49-F238E27FC236}">
                <a16:creationId xmlns:a16="http://schemas.microsoft.com/office/drawing/2014/main" id="{216815C6-3AD0-46E6-A74A-1967BD91AF50}"/>
              </a:ext>
            </a:extLst>
          </p:cNvPr>
          <p:cNvSpPr>
            <a:spLocks noGrp="1"/>
          </p:cNvSpPr>
          <p:nvPr>
            <p:ph type="ctrTitle"/>
          </p:nvPr>
        </p:nvSpPr>
        <p:spPr>
          <a:xfrm>
            <a:off x="7748337" y="1270235"/>
            <a:ext cx="3518269" cy="1021894"/>
          </a:xfrm>
        </p:spPr>
        <p:txBody>
          <a:bodyPr rtlCol="0">
            <a:normAutofit/>
          </a:bodyPr>
          <a:lstStyle/>
          <a:p>
            <a:pPr algn="ctr" rtl="0"/>
            <a:r>
              <a:rPr lang="en-AU" sz="6000" b="1" noProof="0">
                <a:solidFill>
                  <a:schemeClr val="bg1">
                    <a:lumMod val="85000"/>
                  </a:schemeClr>
                </a:solidFill>
              </a:rPr>
              <a:t>WebM8s</a:t>
            </a:r>
          </a:p>
        </p:txBody>
      </p:sp>
      <p:sp>
        <p:nvSpPr>
          <p:cNvPr id="3" name="Podtytuł 2">
            <a:extLst>
              <a:ext uri="{FF2B5EF4-FFF2-40B4-BE49-F238E27FC236}">
                <a16:creationId xmlns:a16="http://schemas.microsoft.com/office/drawing/2014/main" id="{1901B20D-4C28-4DA3-ABBD-718C22A5E58B}"/>
              </a:ext>
            </a:extLst>
          </p:cNvPr>
          <p:cNvSpPr>
            <a:spLocks noGrp="1"/>
          </p:cNvSpPr>
          <p:nvPr>
            <p:ph type="subTitle" idx="1"/>
          </p:nvPr>
        </p:nvSpPr>
        <p:spPr>
          <a:xfrm>
            <a:off x="8056702" y="2373643"/>
            <a:ext cx="2901538" cy="647673"/>
          </a:xfrm>
        </p:spPr>
        <p:txBody>
          <a:bodyPr rtlCol="0">
            <a:normAutofit/>
          </a:bodyPr>
          <a:lstStyle/>
          <a:p>
            <a:pPr algn="ctr" rtl="0"/>
            <a:r>
              <a:rPr lang="en-AU" b="1" noProof="0">
                <a:solidFill>
                  <a:schemeClr val="bg1">
                    <a:lumMod val="85000"/>
                  </a:schemeClr>
                </a:solidFill>
                <a:latin typeface="gg sans"/>
                <a:cs typeface="Lato" panose="020F0502020204030203" pitchFamily="34" charset="0"/>
              </a:rPr>
              <a:t>Mobile application to </a:t>
            </a:r>
            <a:br>
              <a:rPr lang="en-AU" b="1" noProof="0">
                <a:solidFill>
                  <a:schemeClr val="bg1">
                    <a:lumMod val="85000"/>
                  </a:schemeClr>
                </a:solidFill>
                <a:latin typeface="gg sans"/>
                <a:cs typeface="Lato" panose="020F0502020204030203" pitchFamily="34" charset="0"/>
              </a:rPr>
            </a:br>
            <a:r>
              <a:rPr lang="en-AU" b="1" noProof="0">
                <a:solidFill>
                  <a:schemeClr val="bg1">
                    <a:lumMod val="85000"/>
                  </a:schemeClr>
                </a:solidFill>
                <a:latin typeface="gg sans"/>
                <a:cs typeface="Lato" panose="020F0502020204030203" pitchFamily="34" charset="0"/>
              </a:rPr>
              <a:t>find</a:t>
            </a:r>
            <a:r>
              <a:rPr lang="pl-PL" b="1">
                <a:solidFill>
                  <a:schemeClr val="bg1">
                    <a:lumMod val="85000"/>
                  </a:schemeClr>
                </a:solidFill>
                <a:latin typeface="gg sans"/>
                <a:cs typeface="Lato" panose="020F0502020204030203" pitchFamily="34" charset="0"/>
              </a:rPr>
              <a:t> </a:t>
            </a:r>
            <a:r>
              <a:rPr lang="pl-PL" b="1" err="1">
                <a:solidFill>
                  <a:schemeClr val="bg1">
                    <a:lumMod val="85000"/>
                  </a:schemeClr>
                </a:solidFill>
                <a:latin typeface="gg sans"/>
                <a:cs typeface="Lato" panose="020F0502020204030203" pitchFamily="34" charset="0"/>
              </a:rPr>
              <a:t>people</a:t>
            </a:r>
            <a:r>
              <a:rPr lang="pl-PL" b="1">
                <a:solidFill>
                  <a:schemeClr val="bg1">
                    <a:lumMod val="85000"/>
                  </a:schemeClr>
                </a:solidFill>
                <a:latin typeface="gg sans"/>
                <a:cs typeface="Lato" panose="020F0502020204030203" pitchFamily="34" charset="0"/>
              </a:rPr>
              <a:t> </a:t>
            </a:r>
            <a:r>
              <a:rPr lang="pl-PL" b="1" err="1">
                <a:solidFill>
                  <a:schemeClr val="bg1">
                    <a:lumMod val="85000"/>
                  </a:schemeClr>
                </a:solidFill>
                <a:latin typeface="gg sans"/>
                <a:cs typeface="Lato" panose="020F0502020204030203" pitchFamily="34" charset="0"/>
              </a:rPr>
              <a:t>you</a:t>
            </a:r>
            <a:r>
              <a:rPr lang="pl-PL" b="1">
                <a:solidFill>
                  <a:schemeClr val="bg1">
                    <a:lumMod val="85000"/>
                  </a:schemeClr>
                </a:solidFill>
                <a:latin typeface="gg sans"/>
                <a:cs typeface="Lato" panose="020F0502020204030203" pitchFamily="34" charset="0"/>
              </a:rPr>
              <a:t> </a:t>
            </a:r>
            <a:r>
              <a:rPr lang="pl-PL" b="1" err="1">
                <a:solidFill>
                  <a:schemeClr val="bg1">
                    <a:lumMod val="85000"/>
                  </a:schemeClr>
                </a:solidFill>
                <a:latin typeface="gg sans"/>
                <a:cs typeface="Lato" panose="020F0502020204030203" pitchFamily="34" charset="0"/>
              </a:rPr>
              <a:t>need</a:t>
            </a:r>
            <a:endParaRPr lang="en-AU" b="1" noProof="0">
              <a:solidFill>
                <a:schemeClr val="bg1">
                  <a:lumMod val="85000"/>
                </a:schemeClr>
              </a:solidFill>
              <a:latin typeface="gg sans"/>
              <a:cs typeface="Lato" panose="020F0502020204030203" pitchFamily="34" charset="0"/>
            </a:endParaRP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10870-AA9B-1C45-A755-3510C67906E4}"/>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43AA4A00-7261-65E9-7F41-827A3601F787}"/>
              </a:ext>
            </a:extLst>
          </p:cNvPr>
          <p:cNvSpPr>
            <a:spLocks noGrp="1"/>
          </p:cNvSpPr>
          <p:nvPr>
            <p:ph type="title"/>
          </p:nvPr>
        </p:nvSpPr>
        <p:spPr>
          <a:xfrm>
            <a:off x="3581400" y="0"/>
            <a:ext cx="7287768" cy="1089299"/>
          </a:xfrm>
        </p:spPr>
        <p:txBody>
          <a:bodyPr rtlCol="0"/>
          <a:lstStyle/>
          <a:p>
            <a:pPr rtl="0"/>
            <a:r>
              <a:rPr lang="pl-PL" b="1" noProof="0" dirty="0" err="1">
                <a:solidFill>
                  <a:schemeClr val="tx2"/>
                </a:solidFill>
              </a:rPr>
              <a:t>App</a:t>
            </a:r>
            <a:r>
              <a:rPr lang="pl-PL" b="1" noProof="0" dirty="0">
                <a:solidFill>
                  <a:schemeClr val="tx2"/>
                </a:solidFill>
              </a:rPr>
              <a:t> </a:t>
            </a:r>
            <a:r>
              <a:rPr lang="pl-PL" b="1" noProof="0" dirty="0" err="1">
                <a:solidFill>
                  <a:schemeClr val="tx2"/>
                </a:solidFill>
              </a:rPr>
              <a:t>Vision</a:t>
            </a:r>
            <a:endParaRPr lang="en-AU" b="1" noProof="0" dirty="0">
              <a:solidFill>
                <a:schemeClr val="tx2"/>
              </a:solidFill>
            </a:endParaRPr>
          </a:p>
        </p:txBody>
      </p:sp>
      <p:sp>
        <p:nvSpPr>
          <p:cNvPr id="3" name="Podtytuł 2">
            <a:extLst>
              <a:ext uri="{FF2B5EF4-FFF2-40B4-BE49-F238E27FC236}">
                <a16:creationId xmlns:a16="http://schemas.microsoft.com/office/drawing/2014/main" id="{6E02FA8E-3209-1A69-3367-E5E78C0B4D28}"/>
              </a:ext>
            </a:extLst>
          </p:cNvPr>
          <p:cNvSpPr>
            <a:spLocks noGrp="1"/>
          </p:cNvSpPr>
          <p:nvPr>
            <p:ph type="body" sz="quarter" idx="14"/>
          </p:nvPr>
        </p:nvSpPr>
        <p:spPr>
          <a:xfrm>
            <a:off x="3581400" y="1089299"/>
            <a:ext cx="7287768" cy="3823208"/>
          </a:xfrm>
        </p:spPr>
        <p:txBody>
          <a:bodyPr rtlCol="0">
            <a:noAutofit/>
          </a:bodyPr>
          <a:lstStyle/>
          <a:p>
            <a:pPr>
              <a:lnSpc>
                <a:spcPct val="100000"/>
              </a:lnSpc>
            </a:pPr>
            <a:r>
              <a:rPr lang="en-US" sz="2000" dirty="0">
                <a:solidFill>
                  <a:schemeClr val="tx2"/>
                </a:solidFill>
                <a:latin typeface="gg sans"/>
              </a:rPr>
              <a:t>Our vision for Web</a:t>
            </a:r>
            <a:r>
              <a:rPr lang="pl-PL" sz="2000" dirty="0">
                <a:solidFill>
                  <a:schemeClr val="tx2"/>
                </a:solidFill>
                <a:latin typeface="gg sans"/>
              </a:rPr>
              <a:t>M</a:t>
            </a:r>
            <a:r>
              <a:rPr lang="en-US" sz="2000" dirty="0">
                <a:solidFill>
                  <a:schemeClr val="tx2"/>
                </a:solidFill>
                <a:latin typeface="gg sans"/>
              </a:rPr>
              <a:t>8s is </a:t>
            </a:r>
            <a:r>
              <a:rPr lang="pl-PL" sz="2000" dirty="0">
                <a:solidFill>
                  <a:schemeClr val="tx2"/>
                </a:solidFill>
                <a:latin typeface="gg sans"/>
              </a:rPr>
              <a:t>to </a:t>
            </a:r>
            <a:r>
              <a:rPr lang="pl-PL" sz="2000" dirty="0" err="1">
                <a:solidFill>
                  <a:schemeClr val="tx2"/>
                </a:solidFill>
                <a:latin typeface="gg sans"/>
              </a:rPr>
              <a:t>create</a:t>
            </a:r>
            <a:r>
              <a:rPr lang="pl-PL" sz="2000" dirty="0">
                <a:solidFill>
                  <a:schemeClr val="tx2"/>
                </a:solidFill>
                <a:latin typeface="gg sans"/>
              </a:rPr>
              <a:t> </a:t>
            </a:r>
            <a:r>
              <a:rPr lang="en-US" sz="2000" dirty="0">
                <a:solidFill>
                  <a:schemeClr val="tx2"/>
                </a:solidFill>
                <a:latin typeface="gg sans"/>
              </a:rPr>
              <a:t>an app designed to help people find groups</a:t>
            </a:r>
            <a:r>
              <a:rPr lang="pl-PL" sz="2000" dirty="0">
                <a:solidFill>
                  <a:schemeClr val="tx2"/>
                </a:solidFill>
                <a:latin typeface="gg sans"/>
              </a:rPr>
              <a:t> </a:t>
            </a:r>
            <a:r>
              <a:rPr lang="en-US" sz="2000" dirty="0">
                <a:solidFill>
                  <a:schemeClr val="tx2"/>
                </a:solidFill>
                <a:latin typeface="gg sans"/>
              </a:rPr>
              <a:t>of friends. </a:t>
            </a:r>
            <a:br>
              <a:rPr lang="pl-PL" sz="2000" dirty="0">
                <a:solidFill>
                  <a:schemeClr val="tx2"/>
                </a:solidFill>
                <a:latin typeface="gg sans"/>
              </a:rPr>
            </a:br>
            <a:r>
              <a:rPr lang="en-US" sz="2000" dirty="0">
                <a:solidFill>
                  <a:schemeClr val="tx2"/>
                </a:solidFill>
                <a:latin typeface="gg sans"/>
              </a:rPr>
              <a:t>Our target audience includes individuals of all genders and age groups, though we expect that most of our users will be between the ages of 14 and 24.</a:t>
            </a:r>
          </a:p>
          <a:p>
            <a:pPr>
              <a:lnSpc>
                <a:spcPct val="100000"/>
              </a:lnSpc>
            </a:pPr>
            <a:r>
              <a:rPr lang="pl-PL" sz="2000" dirty="0" err="1">
                <a:solidFill>
                  <a:schemeClr val="tx2"/>
                </a:solidFill>
                <a:latin typeface="gg sans"/>
              </a:rPr>
              <a:t>According</a:t>
            </a:r>
            <a:r>
              <a:rPr lang="pl-PL" sz="2000" dirty="0">
                <a:solidFill>
                  <a:schemeClr val="tx2"/>
                </a:solidFill>
                <a:latin typeface="gg sans"/>
              </a:rPr>
              <a:t> to the </a:t>
            </a:r>
            <a:r>
              <a:rPr lang="pl-PL" sz="2000" dirty="0">
                <a:solidFill>
                  <a:schemeClr val="tx2"/>
                </a:solidFill>
                <a:latin typeface="gg sans"/>
                <a:hlinkClick r:id="rId3"/>
              </a:rPr>
              <a:t>AACAP data</a:t>
            </a:r>
            <a:r>
              <a:rPr lang="pl-PL" sz="2000" dirty="0">
                <a:solidFill>
                  <a:schemeClr val="tx2"/>
                </a:solidFill>
                <a:latin typeface="gg sans"/>
              </a:rPr>
              <a:t> </a:t>
            </a:r>
            <a:r>
              <a:rPr lang="pl-PL" sz="2000" dirty="0" err="1">
                <a:solidFill>
                  <a:schemeClr val="tx2"/>
                </a:solidFill>
                <a:latin typeface="gg sans"/>
              </a:rPr>
              <a:t>teens</a:t>
            </a:r>
            <a:r>
              <a:rPr lang="pl-PL" sz="2000" dirty="0">
                <a:solidFill>
                  <a:schemeClr val="tx2"/>
                </a:solidFill>
                <a:latin typeface="gg sans"/>
              </a:rPr>
              <a:t> </a:t>
            </a:r>
            <a:r>
              <a:rPr lang="pl-PL" sz="2000" dirty="0" err="1">
                <a:solidFill>
                  <a:schemeClr val="tx2"/>
                </a:solidFill>
                <a:latin typeface="gg sans"/>
              </a:rPr>
              <a:t>spend</a:t>
            </a:r>
            <a:r>
              <a:rPr lang="pl-PL" sz="2000" dirty="0">
                <a:solidFill>
                  <a:schemeClr val="tx2"/>
                </a:solidFill>
                <a:latin typeface="gg sans"/>
              </a:rPr>
              <a:t> </a:t>
            </a:r>
            <a:r>
              <a:rPr lang="pl-PL" sz="2000" dirty="0" err="1">
                <a:solidFill>
                  <a:schemeClr val="tx2"/>
                </a:solidFill>
                <a:latin typeface="gg sans"/>
              </a:rPr>
              <a:t>up</a:t>
            </a:r>
            <a:r>
              <a:rPr lang="pl-PL" sz="2000" dirty="0">
                <a:solidFill>
                  <a:schemeClr val="tx2"/>
                </a:solidFill>
                <a:latin typeface="gg sans"/>
              </a:rPr>
              <a:t> to 9 </a:t>
            </a:r>
            <a:r>
              <a:rPr lang="pl-PL" sz="2000" dirty="0" err="1">
                <a:solidFill>
                  <a:schemeClr val="tx2"/>
                </a:solidFill>
                <a:latin typeface="gg sans"/>
              </a:rPr>
              <a:t>hours</a:t>
            </a:r>
            <a:r>
              <a:rPr lang="pl-PL" sz="2000" dirty="0">
                <a:solidFill>
                  <a:schemeClr val="tx2"/>
                </a:solidFill>
                <a:latin typeface="gg sans"/>
              </a:rPr>
              <a:t> of </a:t>
            </a:r>
            <a:r>
              <a:rPr lang="pl-PL" sz="2000" dirty="0" err="1">
                <a:solidFill>
                  <a:schemeClr val="tx2"/>
                </a:solidFill>
                <a:latin typeface="gg sans"/>
              </a:rPr>
              <a:t>free</a:t>
            </a:r>
            <a:r>
              <a:rPr lang="pl-PL" sz="2000" dirty="0">
                <a:solidFill>
                  <a:schemeClr val="tx2"/>
                </a:solidFill>
                <a:latin typeface="gg sans"/>
              </a:rPr>
              <a:t> </a:t>
            </a:r>
            <a:r>
              <a:rPr lang="pl-PL" sz="2000" dirty="0" err="1">
                <a:solidFill>
                  <a:schemeClr val="tx2"/>
                </a:solidFill>
                <a:latin typeface="gg sans"/>
              </a:rPr>
              <a:t>time</a:t>
            </a:r>
            <a:r>
              <a:rPr lang="pl-PL" sz="2000" dirty="0">
                <a:solidFill>
                  <a:schemeClr val="tx2"/>
                </a:solidFill>
                <a:latin typeface="gg sans"/>
              </a:rPr>
              <a:t> </a:t>
            </a:r>
            <a:r>
              <a:rPr lang="pl-PL" sz="2000" dirty="0" err="1">
                <a:solidFill>
                  <a:schemeClr val="tx2"/>
                </a:solidFill>
                <a:latin typeface="gg sans"/>
              </a:rPr>
              <a:t>looking</a:t>
            </a:r>
            <a:r>
              <a:rPr lang="pl-PL" sz="2000" dirty="0">
                <a:solidFill>
                  <a:schemeClr val="tx2"/>
                </a:solidFill>
                <a:latin typeface="gg sans"/>
              </a:rPr>
              <a:t> </a:t>
            </a:r>
            <a:r>
              <a:rPr lang="pl-PL" sz="2000" dirty="0" err="1">
                <a:solidFill>
                  <a:schemeClr val="tx2"/>
                </a:solidFill>
                <a:latin typeface="gg sans"/>
              </a:rPr>
              <a:t>at</a:t>
            </a:r>
            <a:r>
              <a:rPr lang="pl-PL" sz="2000" dirty="0">
                <a:solidFill>
                  <a:schemeClr val="tx2"/>
                </a:solidFill>
                <a:latin typeface="gg sans"/>
              </a:rPr>
              <a:t> </a:t>
            </a:r>
            <a:r>
              <a:rPr lang="pl-PL" sz="2000" dirty="0" err="1">
                <a:solidFill>
                  <a:schemeClr val="tx2"/>
                </a:solidFill>
                <a:latin typeface="gg sans"/>
              </a:rPr>
              <a:t>screens</a:t>
            </a:r>
            <a:r>
              <a:rPr lang="en-US" sz="2000" dirty="0">
                <a:solidFill>
                  <a:schemeClr val="tx2"/>
                </a:solidFill>
                <a:latin typeface="gg sans"/>
              </a:rPr>
              <a:t>, </a:t>
            </a:r>
            <a:r>
              <a:rPr lang="pl-PL" sz="2000" dirty="0">
                <a:solidFill>
                  <a:schemeClr val="tx2"/>
                </a:solidFill>
                <a:latin typeface="gg sans"/>
              </a:rPr>
              <a:t>and </a:t>
            </a:r>
            <a:r>
              <a:rPr lang="pl-PL" sz="2000" dirty="0" err="1">
                <a:solidFill>
                  <a:schemeClr val="tx2"/>
                </a:solidFill>
                <a:latin typeface="gg sans"/>
              </a:rPr>
              <a:t>everyone</a:t>
            </a:r>
            <a:r>
              <a:rPr lang="en-US" sz="2000" dirty="0">
                <a:solidFill>
                  <a:schemeClr val="tx2"/>
                </a:solidFill>
                <a:latin typeface="gg sans"/>
              </a:rPr>
              <a:t> need</a:t>
            </a:r>
            <a:r>
              <a:rPr lang="pl-PL" sz="2000" dirty="0">
                <a:solidFill>
                  <a:schemeClr val="tx2"/>
                </a:solidFill>
                <a:latin typeface="gg sans"/>
              </a:rPr>
              <a:t>s </a:t>
            </a:r>
            <a:r>
              <a:rPr lang="pl-PL" sz="2000" dirty="0" err="1">
                <a:solidFill>
                  <a:schemeClr val="tx2"/>
                </a:solidFill>
                <a:latin typeface="gg sans"/>
              </a:rPr>
              <a:t>someone</a:t>
            </a:r>
            <a:r>
              <a:rPr lang="pl-PL" sz="2000" dirty="0">
                <a:solidFill>
                  <a:schemeClr val="tx2"/>
                </a:solidFill>
                <a:latin typeface="gg sans"/>
              </a:rPr>
              <a:t> to </a:t>
            </a:r>
            <a:r>
              <a:rPr lang="en-US" sz="2000" dirty="0">
                <a:solidFill>
                  <a:schemeClr val="tx2"/>
                </a:solidFill>
                <a:latin typeface="gg sans"/>
              </a:rPr>
              <a:t>share that time</a:t>
            </a:r>
            <a:r>
              <a:rPr lang="pl-PL" sz="2000" dirty="0">
                <a:solidFill>
                  <a:schemeClr val="tx2"/>
                </a:solidFill>
                <a:latin typeface="gg sans"/>
              </a:rPr>
              <a:t> with</a:t>
            </a:r>
            <a:r>
              <a:rPr lang="en-US" sz="2000" dirty="0">
                <a:solidFill>
                  <a:schemeClr val="tx2"/>
                </a:solidFill>
                <a:latin typeface="gg sans"/>
              </a:rPr>
              <a:t>. Unfortunately, for many reasons, a lot of </a:t>
            </a:r>
            <a:r>
              <a:rPr lang="pl-PL" sz="2000" dirty="0" err="1">
                <a:solidFill>
                  <a:schemeClr val="tx2"/>
                </a:solidFill>
                <a:latin typeface="gg sans"/>
              </a:rPr>
              <a:t>people</a:t>
            </a:r>
            <a:r>
              <a:rPr lang="pl-PL" sz="2000" dirty="0">
                <a:solidFill>
                  <a:schemeClr val="tx2"/>
                </a:solidFill>
                <a:latin typeface="gg sans"/>
              </a:rPr>
              <a:t> </a:t>
            </a:r>
            <a:r>
              <a:rPr lang="en-US" sz="2000" dirty="0">
                <a:solidFill>
                  <a:schemeClr val="tx2"/>
                </a:solidFill>
                <a:latin typeface="gg sans"/>
              </a:rPr>
              <a:t>lack</a:t>
            </a:r>
            <a:r>
              <a:rPr lang="pl-PL" sz="2000" dirty="0">
                <a:solidFill>
                  <a:schemeClr val="tx2"/>
                </a:solidFill>
                <a:latin typeface="gg sans"/>
              </a:rPr>
              <a:t> </a:t>
            </a:r>
            <a:r>
              <a:rPr lang="en-US" sz="2000" dirty="0">
                <a:solidFill>
                  <a:schemeClr val="tx2"/>
                </a:solidFill>
                <a:latin typeface="gg sans"/>
              </a:rPr>
              <a:t>online friends, and this is where our app </a:t>
            </a:r>
            <a:r>
              <a:rPr lang="pl-PL" sz="2000" dirty="0" err="1">
                <a:solidFill>
                  <a:schemeClr val="tx2"/>
                </a:solidFill>
                <a:latin typeface="gg sans"/>
              </a:rPr>
              <a:t>comes</a:t>
            </a:r>
            <a:r>
              <a:rPr lang="pl-PL" sz="2000" dirty="0">
                <a:solidFill>
                  <a:schemeClr val="tx2"/>
                </a:solidFill>
                <a:latin typeface="gg sans"/>
              </a:rPr>
              <a:t> </a:t>
            </a:r>
            <a:r>
              <a:rPr lang="en-US" sz="2000" dirty="0">
                <a:solidFill>
                  <a:schemeClr val="tx2"/>
                </a:solidFill>
                <a:latin typeface="gg sans"/>
              </a:rPr>
              <a:t>in to help.</a:t>
            </a:r>
          </a:p>
          <a:p>
            <a:pPr>
              <a:lnSpc>
                <a:spcPct val="100000"/>
              </a:lnSpc>
            </a:pPr>
            <a:r>
              <a:rPr lang="en-US" sz="2000" dirty="0">
                <a:solidFill>
                  <a:schemeClr val="tx2"/>
                </a:solidFill>
                <a:latin typeface="gg sans"/>
              </a:rPr>
              <a:t>We want every user of our app to feel comfortable and find people who match their personality.</a:t>
            </a:r>
          </a:p>
        </p:txBody>
      </p:sp>
      <p:sp>
        <p:nvSpPr>
          <p:cNvPr id="11" name="Data — symbol zastępczy 10">
            <a:extLst>
              <a:ext uri="{FF2B5EF4-FFF2-40B4-BE49-F238E27FC236}">
                <a16:creationId xmlns:a16="http://schemas.microsoft.com/office/drawing/2014/main" id="{A0F1E29E-398A-204F-C8F9-633092E481F0}"/>
              </a:ext>
            </a:extLst>
          </p:cNvPr>
          <p:cNvSpPr>
            <a:spLocks noGrp="1"/>
          </p:cNvSpPr>
          <p:nvPr>
            <p:ph type="dt" sz="half" idx="10"/>
          </p:nvPr>
        </p:nvSpPr>
        <p:spPr>
          <a:xfrm>
            <a:off x="838200" y="6356350"/>
            <a:ext cx="2743200" cy="365125"/>
          </a:xfrm>
        </p:spPr>
        <p:txBody>
          <a:bodyPr rtlCol="0"/>
          <a:lstStyle/>
          <a:p>
            <a:pPr rtl="0"/>
            <a:r>
              <a:rPr lang="en-AU" noProof="0">
                <a:solidFill>
                  <a:schemeClr val="tx2"/>
                </a:solidFill>
              </a:rPr>
              <a:t>20</a:t>
            </a:r>
            <a:r>
              <a:rPr lang="pl-PL" noProof="0">
                <a:solidFill>
                  <a:schemeClr val="tx2"/>
                </a:solidFill>
              </a:rPr>
              <a:t>24</a:t>
            </a:r>
            <a:endParaRPr lang="en-AU" noProof="0">
              <a:solidFill>
                <a:schemeClr val="tx2"/>
              </a:solidFill>
            </a:endParaRPr>
          </a:p>
        </p:txBody>
      </p:sp>
      <p:sp>
        <p:nvSpPr>
          <p:cNvPr id="5" name="Stopka — symbol zastępczy 4">
            <a:extLst>
              <a:ext uri="{FF2B5EF4-FFF2-40B4-BE49-F238E27FC236}">
                <a16:creationId xmlns:a16="http://schemas.microsoft.com/office/drawing/2014/main" id="{95654774-C420-883F-5851-B982EF5D32E6}"/>
              </a:ext>
            </a:extLst>
          </p:cNvPr>
          <p:cNvSpPr>
            <a:spLocks noGrp="1"/>
          </p:cNvSpPr>
          <p:nvPr>
            <p:ph type="ftr" sz="quarter" idx="11"/>
          </p:nvPr>
        </p:nvSpPr>
        <p:spPr>
          <a:xfrm>
            <a:off x="4038600" y="6356350"/>
            <a:ext cx="4114800" cy="365125"/>
          </a:xfrm>
        </p:spPr>
        <p:txBody>
          <a:bodyPr rtlCol="0"/>
          <a:lstStyle/>
          <a:p>
            <a:pPr rtl="0"/>
            <a:r>
              <a:rPr lang="en-AU" noProof="0">
                <a:solidFill>
                  <a:schemeClr val="tx2"/>
                </a:solidFill>
              </a:rPr>
              <a:t>WebM8s</a:t>
            </a:r>
          </a:p>
        </p:txBody>
      </p:sp>
      <p:sp>
        <p:nvSpPr>
          <p:cNvPr id="4" name="Numer slajdu — symbol zastępczy 3">
            <a:extLst>
              <a:ext uri="{FF2B5EF4-FFF2-40B4-BE49-F238E27FC236}">
                <a16:creationId xmlns:a16="http://schemas.microsoft.com/office/drawing/2014/main" id="{0E508A82-0363-3F66-21F9-8DFA2A873D28}"/>
              </a:ext>
            </a:extLst>
          </p:cNvPr>
          <p:cNvSpPr>
            <a:spLocks noGrp="1"/>
          </p:cNvSpPr>
          <p:nvPr>
            <p:ph type="sldNum" sz="quarter" idx="12"/>
          </p:nvPr>
        </p:nvSpPr>
        <p:spPr>
          <a:xfrm>
            <a:off x="8610600" y="6356350"/>
            <a:ext cx="2743200" cy="365125"/>
          </a:xfrm>
        </p:spPr>
        <p:txBody>
          <a:bodyPr rtlCol="0"/>
          <a:lstStyle/>
          <a:p>
            <a:pPr rtl="0"/>
            <a:fld id="{19B51A1E-902D-48AF-9020-955120F399B6}" type="slidenum">
              <a:rPr lang="en-AU" noProof="0" smtClean="0">
                <a:solidFill>
                  <a:schemeClr val="tx2"/>
                </a:solidFill>
              </a:rPr>
              <a:pPr rtl="0"/>
              <a:t>2</a:t>
            </a:fld>
            <a:endParaRPr lang="en-AU" noProof="0">
              <a:solidFill>
                <a:schemeClr val="tx2"/>
              </a:solidFill>
            </a:endParaRPr>
          </a:p>
        </p:txBody>
      </p:sp>
      <p:pic>
        <p:nvPicPr>
          <p:cNvPr id="1028" name="Picture 4" descr="Free Hand Macro photo and picture">
            <a:extLst>
              <a:ext uri="{FF2B5EF4-FFF2-40B4-BE49-F238E27FC236}">
                <a16:creationId xmlns:a16="http://schemas.microsoft.com/office/drawing/2014/main" id="{7AF88AAF-57DB-89E2-BC70-3EC2097FB9F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55" t="11260" b="27778"/>
          <a:stretch/>
        </p:blipFill>
        <p:spPr bwMode="auto">
          <a:xfrm>
            <a:off x="6845416" y="4320331"/>
            <a:ext cx="4746905" cy="1921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1494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6D521-B937-B4F1-F13E-30D2D6DF3D7D}"/>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4A9B1B39-92D7-8F5A-BBA6-BA5F4ADE5498}"/>
              </a:ext>
            </a:extLst>
          </p:cNvPr>
          <p:cNvSpPr>
            <a:spLocks noGrp="1"/>
          </p:cNvSpPr>
          <p:nvPr>
            <p:ph type="title"/>
          </p:nvPr>
        </p:nvSpPr>
        <p:spPr>
          <a:xfrm>
            <a:off x="3581400" y="0"/>
            <a:ext cx="7287768" cy="1089299"/>
          </a:xfrm>
        </p:spPr>
        <p:txBody>
          <a:bodyPr rtlCol="0"/>
          <a:lstStyle/>
          <a:p>
            <a:pPr rtl="0"/>
            <a:r>
              <a:rPr lang="pl-PL" b="1" noProof="0" dirty="0" err="1">
                <a:solidFill>
                  <a:schemeClr val="tx2"/>
                </a:solidFill>
              </a:rPr>
              <a:t>Scope</a:t>
            </a:r>
            <a:endParaRPr lang="en-AU" b="1" noProof="0" dirty="0">
              <a:solidFill>
                <a:schemeClr val="tx2"/>
              </a:solidFill>
            </a:endParaRPr>
          </a:p>
        </p:txBody>
      </p:sp>
      <p:sp>
        <p:nvSpPr>
          <p:cNvPr id="3" name="Podtytuł 2">
            <a:extLst>
              <a:ext uri="{FF2B5EF4-FFF2-40B4-BE49-F238E27FC236}">
                <a16:creationId xmlns:a16="http://schemas.microsoft.com/office/drawing/2014/main" id="{546E1CE2-C6F9-F970-BD8E-DD6F0A06CE5E}"/>
              </a:ext>
            </a:extLst>
          </p:cNvPr>
          <p:cNvSpPr>
            <a:spLocks noGrp="1"/>
          </p:cNvSpPr>
          <p:nvPr>
            <p:ph type="body" sz="quarter" idx="14"/>
          </p:nvPr>
        </p:nvSpPr>
        <p:spPr>
          <a:xfrm>
            <a:off x="3581400" y="1122681"/>
            <a:ext cx="7287768" cy="2904066"/>
          </a:xfrm>
        </p:spPr>
        <p:txBody>
          <a:bodyPr rtlCol="0">
            <a:noAutofit/>
          </a:bodyPr>
          <a:lstStyle/>
          <a:p>
            <a:pPr>
              <a:lnSpc>
                <a:spcPct val="100000"/>
              </a:lnSpc>
            </a:pPr>
            <a:r>
              <a:rPr lang="en-US" sz="2000" dirty="0">
                <a:solidFill>
                  <a:schemeClr val="tx2"/>
                </a:solidFill>
                <a:latin typeface="gg sans"/>
              </a:rPr>
              <a:t>Thanks to our personality tests and character assessments, users will be able to create </a:t>
            </a:r>
            <a:r>
              <a:rPr lang="pl-PL" sz="2000" dirty="0" err="1">
                <a:solidFill>
                  <a:schemeClr val="tx2"/>
                </a:solidFill>
                <a:latin typeface="gg sans"/>
              </a:rPr>
              <a:t>detailed</a:t>
            </a:r>
            <a:r>
              <a:rPr lang="pl-PL" sz="2000" dirty="0">
                <a:solidFill>
                  <a:schemeClr val="tx2"/>
                </a:solidFill>
                <a:latin typeface="gg sans"/>
              </a:rPr>
              <a:t> </a:t>
            </a:r>
            <a:r>
              <a:rPr lang="en-US" sz="2000" dirty="0">
                <a:solidFill>
                  <a:schemeClr val="tx2"/>
                </a:solidFill>
                <a:latin typeface="gg sans"/>
              </a:rPr>
              <a:t>profile</a:t>
            </a:r>
            <a:r>
              <a:rPr lang="pl-PL" sz="2000" dirty="0">
                <a:solidFill>
                  <a:schemeClr val="tx2"/>
                </a:solidFill>
                <a:latin typeface="gg sans"/>
              </a:rPr>
              <a:t>s</a:t>
            </a:r>
            <a:r>
              <a:rPr lang="en-US" sz="2000" dirty="0">
                <a:solidFill>
                  <a:schemeClr val="tx2"/>
                </a:solidFill>
                <a:latin typeface="gg sans"/>
              </a:rPr>
              <a:t> and use </a:t>
            </a:r>
            <a:r>
              <a:rPr lang="pl-PL" sz="2000" dirty="0" err="1">
                <a:solidFill>
                  <a:schemeClr val="tx2"/>
                </a:solidFill>
                <a:latin typeface="gg sans"/>
              </a:rPr>
              <a:t>them</a:t>
            </a:r>
            <a:r>
              <a:rPr lang="en-US" sz="2000" dirty="0">
                <a:solidFill>
                  <a:schemeClr val="tx2"/>
                </a:solidFill>
                <a:latin typeface="gg sans"/>
              </a:rPr>
              <a:t> to search for new groups of friends. These groups will be suggested based on their interests</a:t>
            </a:r>
            <a:r>
              <a:rPr lang="pl-PL" sz="2000" dirty="0">
                <a:solidFill>
                  <a:schemeClr val="tx2"/>
                </a:solidFill>
                <a:latin typeface="gg sans"/>
              </a:rPr>
              <a:t>, </a:t>
            </a:r>
            <a:r>
              <a:rPr lang="pl-PL" sz="2000" dirty="0" err="1">
                <a:solidFill>
                  <a:schemeClr val="tx2"/>
                </a:solidFill>
                <a:latin typeface="gg sans"/>
              </a:rPr>
              <a:t>preferences</a:t>
            </a:r>
            <a:r>
              <a:rPr lang="en-US" sz="2000" dirty="0">
                <a:solidFill>
                  <a:schemeClr val="tx2"/>
                </a:solidFill>
                <a:latin typeface="gg sans"/>
              </a:rPr>
              <a:t> and needs.</a:t>
            </a:r>
          </a:p>
          <a:p>
            <a:pPr>
              <a:lnSpc>
                <a:spcPct val="100000"/>
              </a:lnSpc>
            </a:pPr>
            <a:r>
              <a:rPr lang="en-US" sz="2000" dirty="0">
                <a:solidFill>
                  <a:schemeClr val="tx2"/>
                </a:solidFill>
                <a:latin typeface="gg sans"/>
              </a:rPr>
              <a:t>Our app will not include matchmaking or pairing features</a:t>
            </a:r>
            <a:r>
              <a:rPr lang="pl-PL" sz="2000" dirty="0">
                <a:solidFill>
                  <a:schemeClr val="tx2"/>
                </a:solidFill>
                <a:latin typeface="gg sans"/>
              </a:rPr>
              <a:t>, nor</a:t>
            </a:r>
            <a:r>
              <a:rPr lang="en-US" sz="2000" dirty="0">
                <a:solidFill>
                  <a:schemeClr val="tx2"/>
                </a:solidFill>
                <a:latin typeface="gg sans"/>
              </a:rPr>
              <a:t> will</a:t>
            </a:r>
            <a:r>
              <a:rPr lang="pl-PL" sz="2000" dirty="0">
                <a:solidFill>
                  <a:schemeClr val="tx2"/>
                </a:solidFill>
                <a:latin typeface="gg sans"/>
              </a:rPr>
              <a:t> </a:t>
            </a:r>
            <a:r>
              <a:rPr lang="en-US" sz="2000" dirty="0">
                <a:solidFill>
                  <a:schemeClr val="tx2"/>
                </a:solidFill>
                <a:latin typeface="gg sans"/>
              </a:rPr>
              <a:t>be a platform for sharing photos, whether in profiles or conversations.</a:t>
            </a:r>
          </a:p>
          <a:p>
            <a:pPr>
              <a:lnSpc>
                <a:spcPct val="100000"/>
              </a:lnSpc>
            </a:pPr>
            <a:r>
              <a:rPr lang="en-US" sz="2000" dirty="0">
                <a:solidFill>
                  <a:schemeClr val="tx2"/>
                </a:solidFill>
                <a:latin typeface="gg sans"/>
              </a:rPr>
              <a:t>We are focusing primarily on</a:t>
            </a:r>
            <a:r>
              <a:rPr lang="pl-PL" sz="2000" dirty="0">
                <a:solidFill>
                  <a:schemeClr val="tx2"/>
                </a:solidFill>
                <a:latin typeface="gg sans"/>
              </a:rPr>
              <a:t> </a:t>
            </a:r>
            <a:r>
              <a:rPr lang="pl-PL" sz="2000" dirty="0" err="1">
                <a:solidFill>
                  <a:schemeClr val="tx2"/>
                </a:solidFill>
                <a:latin typeface="gg sans"/>
              </a:rPr>
              <a:t>fostering</a:t>
            </a:r>
            <a:r>
              <a:rPr lang="en-US" sz="2000" dirty="0">
                <a:solidFill>
                  <a:schemeClr val="tx2"/>
                </a:solidFill>
                <a:latin typeface="gg sans"/>
              </a:rPr>
              <a:t> virtual connections</a:t>
            </a:r>
            <a:r>
              <a:rPr lang="pl-PL" sz="2000" dirty="0">
                <a:solidFill>
                  <a:schemeClr val="tx2"/>
                </a:solidFill>
                <a:latin typeface="gg sans"/>
              </a:rPr>
              <a:t> and </a:t>
            </a:r>
            <a:r>
              <a:rPr lang="pl-PL" sz="2000" dirty="0" err="1">
                <a:solidFill>
                  <a:schemeClr val="tx2"/>
                </a:solidFill>
                <a:latin typeface="gg sans"/>
              </a:rPr>
              <a:t>will</a:t>
            </a:r>
            <a:r>
              <a:rPr lang="pl-PL" sz="2000" dirty="0">
                <a:solidFill>
                  <a:schemeClr val="tx2"/>
                </a:solidFill>
                <a:latin typeface="gg sans"/>
              </a:rPr>
              <a:t> limit the </a:t>
            </a:r>
            <a:r>
              <a:rPr lang="pl-PL" sz="2000" dirty="0" err="1">
                <a:solidFill>
                  <a:schemeClr val="tx2"/>
                </a:solidFill>
                <a:latin typeface="gg sans"/>
              </a:rPr>
              <a:t>facilation</a:t>
            </a:r>
            <a:r>
              <a:rPr lang="pl-PL" sz="2000" dirty="0">
                <a:solidFill>
                  <a:schemeClr val="tx2"/>
                </a:solidFill>
                <a:latin typeface="gg sans"/>
              </a:rPr>
              <a:t> of in-person </a:t>
            </a:r>
            <a:r>
              <a:rPr lang="pl-PL" sz="2000" dirty="0" err="1">
                <a:solidFill>
                  <a:schemeClr val="tx2"/>
                </a:solidFill>
                <a:latin typeface="gg sans"/>
              </a:rPr>
              <a:t>meetings</a:t>
            </a:r>
            <a:r>
              <a:rPr lang="en-US" sz="2000" dirty="0">
                <a:solidFill>
                  <a:schemeClr val="tx2"/>
                </a:solidFill>
                <a:latin typeface="gg sans"/>
              </a:rPr>
              <a:t>, mainly for safety reasons.</a:t>
            </a:r>
          </a:p>
        </p:txBody>
      </p:sp>
      <p:sp>
        <p:nvSpPr>
          <p:cNvPr id="11" name="Data — symbol zastępczy 10">
            <a:extLst>
              <a:ext uri="{FF2B5EF4-FFF2-40B4-BE49-F238E27FC236}">
                <a16:creationId xmlns:a16="http://schemas.microsoft.com/office/drawing/2014/main" id="{0E8D558C-9EAC-8148-B9A0-5F053310168F}"/>
              </a:ext>
            </a:extLst>
          </p:cNvPr>
          <p:cNvSpPr>
            <a:spLocks noGrp="1"/>
          </p:cNvSpPr>
          <p:nvPr>
            <p:ph type="dt" sz="half" idx="10"/>
          </p:nvPr>
        </p:nvSpPr>
        <p:spPr>
          <a:xfrm>
            <a:off x="847825" y="6356350"/>
            <a:ext cx="2743200" cy="365125"/>
          </a:xfrm>
        </p:spPr>
        <p:txBody>
          <a:bodyPr rtlCol="0"/>
          <a:lstStyle/>
          <a:p>
            <a:pPr rtl="0"/>
            <a:r>
              <a:rPr lang="en-AU" noProof="0">
                <a:solidFill>
                  <a:schemeClr val="tx2"/>
                </a:solidFill>
              </a:rPr>
              <a:t>20</a:t>
            </a:r>
            <a:r>
              <a:rPr lang="pl-PL" noProof="0">
                <a:solidFill>
                  <a:schemeClr val="tx2"/>
                </a:solidFill>
              </a:rPr>
              <a:t>24</a:t>
            </a:r>
            <a:endParaRPr lang="en-AU" noProof="0">
              <a:solidFill>
                <a:schemeClr val="tx2"/>
              </a:solidFill>
            </a:endParaRPr>
          </a:p>
        </p:txBody>
      </p:sp>
      <p:sp>
        <p:nvSpPr>
          <p:cNvPr id="5" name="Stopka — symbol zastępczy 4">
            <a:extLst>
              <a:ext uri="{FF2B5EF4-FFF2-40B4-BE49-F238E27FC236}">
                <a16:creationId xmlns:a16="http://schemas.microsoft.com/office/drawing/2014/main" id="{8DEB56FB-390C-6879-92E0-3453AD066DC1}"/>
              </a:ext>
            </a:extLst>
          </p:cNvPr>
          <p:cNvSpPr>
            <a:spLocks noGrp="1"/>
          </p:cNvSpPr>
          <p:nvPr>
            <p:ph type="ftr" sz="quarter" idx="11"/>
          </p:nvPr>
        </p:nvSpPr>
        <p:spPr>
          <a:xfrm>
            <a:off x="4038600" y="6356350"/>
            <a:ext cx="4114800" cy="365125"/>
          </a:xfrm>
        </p:spPr>
        <p:txBody>
          <a:bodyPr rtlCol="0"/>
          <a:lstStyle/>
          <a:p>
            <a:pPr rtl="0"/>
            <a:r>
              <a:rPr lang="en-AU" noProof="0">
                <a:solidFill>
                  <a:schemeClr val="tx2"/>
                </a:solidFill>
              </a:rPr>
              <a:t>WebM8s</a:t>
            </a:r>
          </a:p>
        </p:txBody>
      </p:sp>
      <p:sp>
        <p:nvSpPr>
          <p:cNvPr id="4" name="Numer slajdu — symbol zastępczy 3">
            <a:extLst>
              <a:ext uri="{FF2B5EF4-FFF2-40B4-BE49-F238E27FC236}">
                <a16:creationId xmlns:a16="http://schemas.microsoft.com/office/drawing/2014/main" id="{D9BB0B6D-083C-EF77-9216-B62D929546E3}"/>
              </a:ext>
            </a:extLst>
          </p:cNvPr>
          <p:cNvSpPr>
            <a:spLocks noGrp="1"/>
          </p:cNvSpPr>
          <p:nvPr>
            <p:ph type="sldNum" sz="quarter" idx="12"/>
          </p:nvPr>
        </p:nvSpPr>
        <p:spPr>
          <a:xfrm>
            <a:off x="8610600" y="6356350"/>
            <a:ext cx="2743200" cy="365125"/>
          </a:xfrm>
        </p:spPr>
        <p:txBody>
          <a:bodyPr rtlCol="0"/>
          <a:lstStyle/>
          <a:p>
            <a:pPr rtl="0"/>
            <a:fld id="{19B51A1E-902D-48AF-9020-955120F399B6}" type="slidenum">
              <a:rPr lang="en-AU" noProof="0" smtClean="0">
                <a:solidFill>
                  <a:schemeClr val="tx2"/>
                </a:solidFill>
              </a:rPr>
              <a:pPr rtl="0"/>
              <a:t>3</a:t>
            </a:fld>
            <a:endParaRPr lang="en-AU" noProof="0">
              <a:solidFill>
                <a:schemeClr val="tx2"/>
              </a:solidFill>
            </a:endParaRPr>
          </a:p>
        </p:txBody>
      </p:sp>
      <p:pic>
        <p:nvPicPr>
          <p:cNvPr id="6" name="Obraz 5">
            <a:extLst>
              <a:ext uri="{FF2B5EF4-FFF2-40B4-BE49-F238E27FC236}">
                <a16:creationId xmlns:a16="http://schemas.microsoft.com/office/drawing/2014/main" id="{36E64492-C937-2550-2443-71830F2A27E2}"/>
              </a:ext>
            </a:extLst>
          </p:cNvPr>
          <p:cNvPicPr>
            <a:picLocks noChangeAspect="1"/>
          </p:cNvPicPr>
          <p:nvPr/>
        </p:nvPicPr>
        <p:blipFill>
          <a:blip r:embed="rId3"/>
          <a:stretch>
            <a:fillRect/>
          </a:stretch>
        </p:blipFill>
        <p:spPr>
          <a:xfrm>
            <a:off x="10098598" y="4326509"/>
            <a:ext cx="900000" cy="900000"/>
          </a:xfrm>
          <a:prstGeom prst="rect">
            <a:avLst/>
          </a:prstGeom>
        </p:spPr>
      </p:pic>
      <p:pic>
        <p:nvPicPr>
          <p:cNvPr id="7" name="Obraz 6" descr="Obraz zawierający symbol, sztuka, Czcionka">
            <a:extLst>
              <a:ext uri="{FF2B5EF4-FFF2-40B4-BE49-F238E27FC236}">
                <a16:creationId xmlns:a16="http://schemas.microsoft.com/office/drawing/2014/main" id="{1B37387A-2F11-4F8F-B1E0-7F46FF76A95F}"/>
              </a:ext>
            </a:extLst>
          </p:cNvPr>
          <p:cNvPicPr>
            <a:picLocks noChangeAspect="1"/>
          </p:cNvPicPr>
          <p:nvPr/>
        </p:nvPicPr>
        <p:blipFill>
          <a:blip r:embed="rId4"/>
          <a:stretch>
            <a:fillRect/>
          </a:stretch>
        </p:blipFill>
        <p:spPr>
          <a:xfrm>
            <a:off x="5714776" y="4326509"/>
            <a:ext cx="900000" cy="900000"/>
          </a:xfrm>
          <a:prstGeom prst="rect">
            <a:avLst/>
          </a:prstGeom>
        </p:spPr>
      </p:pic>
      <p:pic>
        <p:nvPicPr>
          <p:cNvPr id="8" name="Obraz 7">
            <a:extLst>
              <a:ext uri="{FF2B5EF4-FFF2-40B4-BE49-F238E27FC236}">
                <a16:creationId xmlns:a16="http://schemas.microsoft.com/office/drawing/2014/main" id="{78308EFF-FE55-EEA2-3807-ADDB9FF92AE3}"/>
              </a:ext>
            </a:extLst>
          </p:cNvPr>
          <p:cNvPicPr>
            <a:picLocks noChangeAspect="1"/>
          </p:cNvPicPr>
          <p:nvPr/>
        </p:nvPicPr>
        <p:blipFill>
          <a:blip r:embed="rId5"/>
          <a:stretch>
            <a:fillRect/>
          </a:stretch>
        </p:blipFill>
        <p:spPr>
          <a:xfrm>
            <a:off x="6900731" y="4416509"/>
            <a:ext cx="720000" cy="720000"/>
          </a:xfrm>
          <a:prstGeom prst="rect">
            <a:avLst/>
          </a:prstGeom>
        </p:spPr>
      </p:pic>
      <p:pic>
        <p:nvPicPr>
          <p:cNvPr id="9" name="Obraz 8" descr="Obraz zawierający krąg, sztuka, Grafika, symbol&#10;&#10;Opis wygenerowany automatycznie">
            <a:extLst>
              <a:ext uri="{FF2B5EF4-FFF2-40B4-BE49-F238E27FC236}">
                <a16:creationId xmlns:a16="http://schemas.microsoft.com/office/drawing/2014/main" id="{0E6F8E4A-C98F-EB52-6AE9-2C7A6CA145F9}"/>
              </a:ext>
            </a:extLst>
          </p:cNvPr>
          <p:cNvPicPr>
            <a:picLocks noChangeAspect="1"/>
          </p:cNvPicPr>
          <p:nvPr/>
        </p:nvPicPr>
        <p:blipFill>
          <a:blip r:embed="rId6"/>
          <a:stretch>
            <a:fillRect/>
          </a:stretch>
        </p:blipFill>
        <p:spPr>
          <a:xfrm>
            <a:off x="7906687" y="4326509"/>
            <a:ext cx="900000" cy="900000"/>
          </a:xfrm>
          <a:prstGeom prst="rect">
            <a:avLst/>
          </a:prstGeom>
        </p:spPr>
      </p:pic>
      <p:pic>
        <p:nvPicPr>
          <p:cNvPr id="10" name="Obraz 9" descr="Obraz zawierający symbol, Czcionka, Grafika, logo&#10;&#10;Opis wygenerowany automatycznie">
            <a:extLst>
              <a:ext uri="{FF2B5EF4-FFF2-40B4-BE49-F238E27FC236}">
                <a16:creationId xmlns:a16="http://schemas.microsoft.com/office/drawing/2014/main" id="{2DA2DB25-4A28-BD75-A4D9-05FF2A992829}"/>
              </a:ext>
            </a:extLst>
          </p:cNvPr>
          <p:cNvPicPr>
            <a:picLocks noChangeAspect="1"/>
          </p:cNvPicPr>
          <p:nvPr/>
        </p:nvPicPr>
        <p:blipFill>
          <a:blip r:embed="rId7"/>
          <a:stretch>
            <a:fillRect/>
          </a:stretch>
        </p:blipFill>
        <p:spPr>
          <a:xfrm>
            <a:off x="3735751" y="4326509"/>
            <a:ext cx="900000" cy="900000"/>
          </a:xfrm>
          <a:prstGeom prst="rect">
            <a:avLst/>
          </a:prstGeom>
        </p:spPr>
      </p:pic>
      <p:pic>
        <p:nvPicPr>
          <p:cNvPr id="12" name="Obraz 11">
            <a:extLst>
              <a:ext uri="{FF2B5EF4-FFF2-40B4-BE49-F238E27FC236}">
                <a16:creationId xmlns:a16="http://schemas.microsoft.com/office/drawing/2014/main" id="{9AEB93BA-ED9A-E12E-1894-3D00AEEAA468}"/>
              </a:ext>
            </a:extLst>
          </p:cNvPr>
          <p:cNvPicPr>
            <a:picLocks noChangeAspect="1"/>
          </p:cNvPicPr>
          <p:nvPr/>
        </p:nvPicPr>
        <p:blipFill>
          <a:blip r:embed="rId5"/>
          <a:stretch>
            <a:fillRect/>
          </a:stretch>
        </p:blipFill>
        <p:spPr>
          <a:xfrm>
            <a:off x="4815263" y="4444751"/>
            <a:ext cx="720000" cy="720000"/>
          </a:xfrm>
          <a:prstGeom prst="rect">
            <a:avLst/>
          </a:prstGeom>
        </p:spPr>
      </p:pic>
      <p:pic>
        <p:nvPicPr>
          <p:cNvPr id="13" name="Obraz 12">
            <a:extLst>
              <a:ext uri="{FF2B5EF4-FFF2-40B4-BE49-F238E27FC236}">
                <a16:creationId xmlns:a16="http://schemas.microsoft.com/office/drawing/2014/main" id="{C3E40844-C801-53E1-F761-066DD056A037}"/>
              </a:ext>
            </a:extLst>
          </p:cNvPr>
          <p:cNvPicPr>
            <a:picLocks noChangeAspect="1"/>
          </p:cNvPicPr>
          <p:nvPr/>
        </p:nvPicPr>
        <p:blipFill>
          <a:blip r:embed="rId5"/>
          <a:stretch>
            <a:fillRect/>
          </a:stretch>
        </p:blipFill>
        <p:spPr>
          <a:xfrm>
            <a:off x="9092642" y="4444751"/>
            <a:ext cx="720000" cy="720000"/>
          </a:xfrm>
          <a:prstGeom prst="rect">
            <a:avLst/>
          </a:prstGeom>
        </p:spPr>
      </p:pic>
      <p:sp>
        <p:nvSpPr>
          <p:cNvPr id="14" name="pole tekstowe 13">
            <a:extLst>
              <a:ext uri="{FF2B5EF4-FFF2-40B4-BE49-F238E27FC236}">
                <a16:creationId xmlns:a16="http://schemas.microsoft.com/office/drawing/2014/main" id="{E6B365BF-593B-EEB3-1464-D7D7FC573D84}"/>
              </a:ext>
            </a:extLst>
          </p:cNvPr>
          <p:cNvSpPr txBox="1"/>
          <p:nvPr/>
        </p:nvSpPr>
        <p:spPr>
          <a:xfrm>
            <a:off x="5160351" y="5253391"/>
            <a:ext cx="2040467" cy="584775"/>
          </a:xfrm>
          <a:prstGeom prst="rect">
            <a:avLst/>
          </a:prstGeom>
          <a:noFill/>
        </p:spPr>
        <p:txBody>
          <a:bodyPr wrap="square">
            <a:spAutoFit/>
          </a:bodyPr>
          <a:lstStyle/>
          <a:p>
            <a:pPr algn="ct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Let</a:t>
            </a: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 </a:t>
            </a: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our</a:t>
            </a: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 AI </a:t>
            </a: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develop</a:t>
            </a: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 </a:t>
            </a: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your</a:t>
            </a: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 profile</a:t>
            </a:r>
          </a:p>
        </p:txBody>
      </p:sp>
      <p:sp>
        <p:nvSpPr>
          <p:cNvPr id="15" name="pole tekstowe 14">
            <a:extLst>
              <a:ext uri="{FF2B5EF4-FFF2-40B4-BE49-F238E27FC236}">
                <a16:creationId xmlns:a16="http://schemas.microsoft.com/office/drawing/2014/main" id="{13EA52CC-F5CE-FF85-DA5B-01530294FC42}"/>
              </a:ext>
            </a:extLst>
          </p:cNvPr>
          <p:cNvSpPr txBox="1"/>
          <p:nvPr/>
        </p:nvSpPr>
        <p:spPr>
          <a:xfrm>
            <a:off x="3581400" y="5253391"/>
            <a:ext cx="1208701" cy="584775"/>
          </a:xfrm>
          <a:prstGeom prst="rect">
            <a:avLst/>
          </a:prstGeom>
          <a:noFill/>
        </p:spPr>
        <p:txBody>
          <a:bodyPr wrap="square">
            <a:spAutoFit/>
          </a:bodyPr>
          <a:lstStyle/>
          <a:p>
            <a:pPr algn="ct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Do </a:t>
            </a: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our</a:t>
            </a: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 15 min test</a:t>
            </a:r>
          </a:p>
        </p:txBody>
      </p:sp>
      <p:sp>
        <p:nvSpPr>
          <p:cNvPr id="16" name="pole tekstowe 15">
            <a:extLst>
              <a:ext uri="{FF2B5EF4-FFF2-40B4-BE49-F238E27FC236}">
                <a16:creationId xmlns:a16="http://schemas.microsoft.com/office/drawing/2014/main" id="{EBCBD1AD-0D14-5CB8-9CE2-5CFA73223444}"/>
              </a:ext>
            </a:extLst>
          </p:cNvPr>
          <p:cNvSpPr txBox="1"/>
          <p:nvPr/>
        </p:nvSpPr>
        <p:spPr>
          <a:xfrm>
            <a:off x="7336453" y="5248940"/>
            <a:ext cx="2040467" cy="584775"/>
          </a:xfrm>
          <a:prstGeom prst="rect">
            <a:avLst/>
          </a:prstGeom>
          <a:noFill/>
        </p:spPr>
        <p:txBody>
          <a:bodyPr wrap="square">
            <a:spAutoFit/>
          </a:bodyPr>
          <a:lstStyle/>
          <a:p>
            <a:pPr algn="ct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Choose</a:t>
            </a: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 the </a:t>
            </a: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best</a:t>
            </a: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 </a:t>
            </a: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community</a:t>
            </a:r>
            <a:endPar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7" name="pole tekstowe 16">
            <a:extLst>
              <a:ext uri="{FF2B5EF4-FFF2-40B4-BE49-F238E27FC236}">
                <a16:creationId xmlns:a16="http://schemas.microsoft.com/office/drawing/2014/main" id="{6D02B03A-B30A-4A6D-798E-70BDA46F11B6}"/>
              </a:ext>
            </a:extLst>
          </p:cNvPr>
          <p:cNvSpPr txBox="1"/>
          <p:nvPr/>
        </p:nvSpPr>
        <p:spPr>
          <a:xfrm>
            <a:off x="9747170" y="5248940"/>
            <a:ext cx="1602855" cy="584775"/>
          </a:xfrm>
          <a:prstGeom prst="rect">
            <a:avLst/>
          </a:prstGeom>
          <a:noFill/>
        </p:spPr>
        <p:txBody>
          <a:bodyPr wrap="square">
            <a:spAutoFit/>
          </a:bodyPr>
          <a:lstStyle/>
          <a:p>
            <a:pPr algn="ct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Have</a:t>
            </a: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 </a:t>
            </a: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fun</a:t>
            </a: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 with </a:t>
            </a: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new</a:t>
            </a: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 </a:t>
            </a:r>
            <a:r>
              <a:rPr lang="pl-PL" sz="1600" b="1" err="1">
                <a:solidFill>
                  <a:srgbClr val="918EA6"/>
                </a:solidFill>
                <a:latin typeface="ADLaM Display" panose="02010000000000000000" pitchFamily="2" charset="0"/>
                <a:ea typeface="ADLaM Display" panose="02010000000000000000" pitchFamily="2" charset="0"/>
                <a:cs typeface="ADLaM Display" panose="02010000000000000000" pitchFamily="2" charset="0"/>
              </a:rPr>
              <a:t>friends</a:t>
            </a:r>
            <a:r>
              <a:rPr lang="pl-PL" sz="1600" b="1">
                <a:solidFill>
                  <a:srgbClr val="918EA6"/>
                </a:solidFill>
                <a:latin typeface="ADLaM Display" panose="02010000000000000000" pitchFamily="2" charset="0"/>
                <a:ea typeface="ADLaM Display" panose="02010000000000000000" pitchFamily="2" charset="0"/>
                <a:cs typeface="ADLaM Display" panose="02010000000000000000" pitchFamily="2" charset="0"/>
              </a:rPr>
              <a:t>!</a:t>
            </a:r>
          </a:p>
        </p:txBody>
      </p:sp>
    </p:spTree>
    <p:extLst>
      <p:ext uri="{BB962C8B-B14F-4D97-AF65-F5344CB8AC3E}">
        <p14:creationId xmlns:p14="http://schemas.microsoft.com/office/powerpoint/2010/main" val="1516068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DB42D-A80F-FDD7-5B99-34590E2D59BA}"/>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316C2041-E4A5-E059-3701-F8E287404AFB}"/>
              </a:ext>
            </a:extLst>
          </p:cNvPr>
          <p:cNvSpPr>
            <a:spLocks noGrp="1"/>
          </p:cNvSpPr>
          <p:nvPr>
            <p:ph type="title"/>
          </p:nvPr>
        </p:nvSpPr>
        <p:spPr>
          <a:xfrm>
            <a:off x="3581400" y="0"/>
            <a:ext cx="7287768" cy="1089299"/>
          </a:xfrm>
        </p:spPr>
        <p:txBody>
          <a:bodyPr rtlCol="0"/>
          <a:lstStyle/>
          <a:p>
            <a:pPr rtl="0"/>
            <a:r>
              <a:rPr lang="pl-PL" b="1" noProof="0" dirty="0" err="1">
                <a:solidFill>
                  <a:schemeClr val="tx2"/>
                </a:solidFill>
              </a:rPr>
              <a:t>Why</a:t>
            </a:r>
            <a:r>
              <a:rPr lang="pl-PL" b="1" noProof="0" dirty="0">
                <a:solidFill>
                  <a:schemeClr val="tx2"/>
                </a:solidFill>
              </a:rPr>
              <a:t> </a:t>
            </a:r>
            <a:r>
              <a:rPr lang="pl-PL" b="1" noProof="0" dirty="0" err="1">
                <a:solidFill>
                  <a:schemeClr val="tx2"/>
                </a:solidFill>
              </a:rPr>
              <a:t>WebM</a:t>
            </a:r>
            <a:r>
              <a:rPr lang="pl-PL" b="1" dirty="0">
                <a:solidFill>
                  <a:schemeClr val="tx2"/>
                </a:solidFill>
              </a:rPr>
              <a:t>8s?</a:t>
            </a:r>
            <a:endParaRPr lang="en-AU" b="1" noProof="0" dirty="0">
              <a:solidFill>
                <a:schemeClr val="tx2"/>
              </a:solidFill>
            </a:endParaRPr>
          </a:p>
        </p:txBody>
      </p:sp>
      <p:sp>
        <p:nvSpPr>
          <p:cNvPr id="3" name="Podtytuł 2">
            <a:extLst>
              <a:ext uri="{FF2B5EF4-FFF2-40B4-BE49-F238E27FC236}">
                <a16:creationId xmlns:a16="http://schemas.microsoft.com/office/drawing/2014/main" id="{7870C33A-683C-C514-E7D6-F33F0981DE4C}"/>
              </a:ext>
            </a:extLst>
          </p:cNvPr>
          <p:cNvSpPr>
            <a:spLocks noGrp="1"/>
          </p:cNvSpPr>
          <p:nvPr>
            <p:ph type="body" sz="quarter" idx="14"/>
          </p:nvPr>
        </p:nvSpPr>
        <p:spPr>
          <a:xfrm>
            <a:off x="3581400" y="1089299"/>
            <a:ext cx="7287768" cy="3386666"/>
          </a:xfrm>
        </p:spPr>
        <p:txBody>
          <a:bodyPr rtlCol="0">
            <a:noAutofit/>
          </a:bodyPr>
          <a:lstStyle/>
          <a:p>
            <a:pPr>
              <a:lnSpc>
                <a:spcPct val="100000"/>
              </a:lnSpc>
            </a:pPr>
            <a:r>
              <a:rPr lang="en-AU" sz="2000" b="1" i="0" noProof="0" dirty="0">
                <a:solidFill>
                  <a:schemeClr val="tx2"/>
                </a:solidFill>
                <a:effectLst/>
                <a:latin typeface="gg sans"/>
              </a:rPr>
              <a:t>Our application</a:t>
            </a:r>
            <a:r>
              <a:rPr lang="pl-PL" sz="2000" b="1" i="0" noProof="0" dirty="0">
                <a:solidFill>
                  <a:schemeClr val="tx2"/>
                </a:solidFill>
                <a:effectLst/>
                <a:latin typeface="gg sans"/>
              </a:rPr>
              <a:t> </a:t>
            </a:r>
            <a:r>
              <a:rPr lang="pl-PL" sz="2000" b="1" i="0" noProof="0" dirty="0" err="1">
                <a:solidFill>
                  <a:schemeClr val="tx2"/>
                </a:solidFill>
                <a:effectLst/>
                <a:latin typeface="gg sans"/>
              </a:rPr>
              <a:t>adressses</a:t>
            </a:r>
            <a:r>
              <a:rPr lang="en-AU" sz="2000" b="1" i="0" noProof="0" dirty="0">
                <a:solidFill>
                  <a:schemeClr val="tx2"/>
                </a:solidFill>
                <a:effectLst/>
                <a:latin typeface="gg sans"/>
              </a:rPr>
              <a:t> three key user needs: </a:t>
            </a:r>
          </a:p>
          <a:p>
            <a:pPr>
              <a:lnSpc>
                <a:spcPct val="100000"/>
              </a:lnSpc>
            </a:pPr>
            <a:endParaRPr lang="en-AU" sz="1000" b="0" i="0" noProof="0" dirty="0">
              <a:solidFill>
                <a:schemeClr val="tx2"/>
              </a:solidFill>
              <a:effectLst/>
              <a:latin typeface="gg sans"/>
            </a:endParaRPr>
          </a:p>
          <a:p>
            <a:pPr marL="342900" indent="-342900">
              <a:lnSpc>
                <a:spcPct val="100000"/>
              </a:lnSpc>
              <a:buFont typeface="Wingdings" panose="05000000000000000000" pitchFamily="2" charset="2"/>
              <a:buChar char="§"/>
            </a:pPr>
            <a:r>
              <a:rPr lang="en-AU" sz="2000" b="1" i="0" noProof="0" dirty="0">
                <a:solidFill>
                  <a:schemeClr val="tx2"/>
                </a:solidFill>
                <a:effectLst/>
                <a:latin typeface="gg sans"/>
              </a:rPr>
              <a:t>Meeting New People: </a:t>
            </a:r>
            <a:r>
              <a:rPr lang="en-AU" sz="2000" b="0" i="0" noProof="0" dirty="0">
                <a:solidFill>
                  <a:schemeClr val="tx2"/>
                </a:solidFill>
                <a:effectLst/>
                <a:latin typeface="gg sans"/>
              </a:rPr>
              <a:t>The app facilitates meeting new</a:t>
            </a:r>
            <a:r>
              <a:rPr lang="pl-PL" sz="2000" b="0" i="0" noProof="0" dirty="0">
                <a:solidFill>
                  <a:schemeClr val="tx2"/>
                </a:solidFill>
                <a:effectLst/>
                <a:latin typeface="gg sans"/>
              </a:rPr>
              <a:t> </a:t>
            </a:r>
            <a:r>
              <a:rPr lang="en-AU" sz="2000" noProof="0" dirty="0">
                <a:solidFill>
                  <a:schemeClr val="tx2"/>
                </a:solidFill>
                <a:latin typeface="gg sans"/>
              </a:rPr>
              <a:t>g</a:t>
            </a:r>
            <a:r>
              <a:rPr lang="en-AU" sz="2000" b="0" i="0" noProof="0" dirty="0">
                <a:solidFill>
                  <a:schemeClr val="tx2"/>
                </a:solidFill>
                <a:effectLst/>
                <a:latin typeface="gg sans"/>
              </a:rPr>
              <a:t>roups of people based on</a:t>
            </a:r>
            <a:r>
              <a:rPr lang="pl-PL" sz="2000" b="0" i="0" noProof="0" dirty="0">
                <a:solidFill>
                  <a:schemeClr val="tx2"/>
                </a:solidFill>
                <a:effectLst/>
                <a:latin typeface="gg sans"/>
              </a:rPr>
              <a:t> </a:t>
            </a:r>
            <a:r>
              <a:rPr lang="pl-PL" sz="2000" b="0" i="0" noProof="0" dirty="0" err="1">
                <a:solidFill>
                  <a:schemeClr val="tx2"/>
                </a:solidFill>
                <a:effectLst/>
                <a:latin typeface="gg sans"/>
              </a:rPr>
              <a:t>userdata</a:t>
            </a:r>
            <a:r>
              <a:rPr lang="en-AU" sz="2000" b="0" i="0" noProof="0" dirty="0">
                <a:solidFill>
                  <a:schemeClr val="tx2"/>
                </a:solidFill>
                <a:effectLst/>
                <a:latin typeface="gg sans"/>
              </a:rPr>
              <a:t>. </a:t>
            </a:r>
            <a:r>
              <a:rPr lang="en-AU" sz="1000" noProof="0" dirty="0">
                <a:solidFill>
                  <a:schemeClr val="tx2"/>
                </a:solidFill>
                <a:latin typeface="gg sans"/>
              </a:rPr>
              <a:t> </a:t>
            </a:r>
          </a:p>
          <a:p>
            <a:pPr marL="171450" indent="-171450">
              <a:lnSpc>
                <a:spcPct val="100000"/>
              </a:lnSpc>
              <a:buFont typeface="Wingdings" panose="05000000000000000000" pitchFamily="2" charset="2"/>
              <a:buChar char="§"/>
            </a:pPr>
            <a:endParaRPr lang="en-AU" sz="900" b="0" i="0" noProof="0" dirty="0">
              <a:solidFill>
                <a:schemeClr val="tx2"/>
              </a:solidFill>
              <a:effectLst/>
              <a:latin typeface="gg sans"/>
            </a:endParaRPr>
          </a:p>
          <a:p>
            <a:pPr marL="342900" indent="-342900">
              <a:lnSpc>
                <a:spcPct val="100000"/>
              </a:lnSpc>
              <a:buFont typeface="Wingdings" panose="05000000000000000000" pitchFamily="2" charset="2"/>
              <a:buChar char="§"/>
            </a:pPr>
            <a:r>
              <a:rPr lang="en-AU" sz="2000" b="1" i="0" noProof="0" dirty="0">
                <a:solidFill>
                  <a:schemeClr val="tx2"/>
                </a:solidFill>
                <a:effectLst/>
                <a:latin typeface="gg sans"/>
              </a:rPr>
              <a:t>Groups and Subcultures: </a:t>
            </a:r>
            <a:r>
              <a:rPr lang="en-AU" sz="2000" b="0" i="0" noProof="0" dirty="0">
                <a:solidFill>
                  <a:schemeClr val="tx2"/>
                </a:solidFill>
                <a:effectLst/>
                <a:latin typeface="gg sans"/>
              </a:rPr>
              <a:t>Users can join interest-based</a:t>
            </a:r>
            <a:r>
              <a:rPr lang="pl-PL" sz="2000" dirty="0">
                <a:solidFill>
                  <a:schemeClr val="tx2"/>
                </a:solidFill>
                <a:latin typeface="gg sans"/>
              </a:rPr>
              <a:t> </a:t>
            </a:r>
            <a:r>
              <a:rPr lang="en-AU" sz="2000" b="0" i="0" noProof="0" dirty="0">
                <a:solidFill>
                  <a:schemeClr val="tx2"/>
                </a:solidFill>
                <a:effectLst/>
                <a:latin typeface="gg sans"/>
              </a:rPr>
              <a:t>groups or subcultures and participate virtual</a:t>
            </a:r>
            <a:r>
              <a:rPr lang="pl-PL" sz="2000" b="0" i="0" noProof="0" dirty="0" err="1">
                <a:solidFill>
                  <a:schemeClr val="tx2"/>
                </a:solidFill>
                <a:effectLst/>
                <a:latin typeface="gg sans"/>
              </a:rPr>
              <a:t>ly</a:t>
            </a:r>
            <a:r>
              <a:rPr lang="pl-PL" sz="2000" b="0" i="0" noProof="0" dirty="0">
                <a:solidFill>
                  <a:schemeClr val="tx2"/>
                </a:solidFill>
                <a:effectLst/>
                <a:latin typeface="gg sans"/>
              </a:rPr>
              <a:t>,</a:t>
            </a:r>
            <a:r>
              <a:rPr lang="en-AU" sz="2000" b="0" i="0" noProof="0" dirty="0">
                <a:solidFill>
                  <a:schemeClr val="tx2"/>
                </a:solidFill>
                <a:effectLst/>
                <a:latin typeface="gg sans"/>
              </a:rPr>
              <a:t> creating a sense of belonging </a:t>
            </a:r>
            <a:r>
              <a:rPr lang="en-AU" sz="2000" noProof="0" dirty="0">
                <a:solidFill>
                  <a:schemeClr val="tx2"/>
                </a:solidFill>
                <a:latin typeface="gg sans"/>
              </a:rPr>
              <a:t>in aligned with their passions. </a:t>
            </a:r>
          </a:p>
          <a:p>
            <a:pPr marL="171450" indent="-171450">
              <a:lnSpc>
                <a:spcPct val="100000"/>
              </a:lnSpc>
              <a:buFont typeface="Wingdings" panose="05000000000000000000" pitchFamily="2" charset="2"/>
              <a:buChar char="§"/>
            </a:pPr>
            <a:endParaRPr lang="en-AU" sz="1000" noProof="0" dirty="0">
              <a:solidFill>
                <a:schemeClr val="tx2"/>
              </a:solidFill>
              <a:latin typeface="gg sans"/>
            </a:endParaRPr>
          </a:p>
          <a:p>
            <a:pPr marL="342900" indent="-342900">
              <a:lnSpc>
                <a:spcPct val="100000"/>
              </a:lnSpc>
              <a:buFont typeface="Wingdings" panose="05000000000000000000" pitchFamily="2" charset="2"/>
              <a:buChar char="§"/>
            </a:pPr>
            <a:r>
              <a:rPr lang="en-AU" sz="2000" b="1" noProof="0" dirty="0">
                <a:solidFill>
                  <a:schemeClr val="tx2"/>
                </a:solidFill>
                <a:latin typeface="gg sans"/>
              </a:rPr>
              <a:t>Online Entertainment: </a:t>
            </a:r>
            <a:r>
              <a:rPr lang="en-AU" sz="2000" noProof="0" dirty="0">
                <a:solidFill>
                  <a:schemeClr val="tx2"/>
                </a:solidFill>
                <a:latin typeface="gg sans"/>
              </a:rPr>
              <a:t>The app </a:t>
            </a:r>
            <a:r>
              <a:rPr lang="pl-PL" sz="2000" noProof="0" dirty="0" err="1">
                <a:solidFill>
                  <a:schemeClr val="tx2"/>
                </a:solidFill>
                <a:latin typeface="gg sans"/>
              </a:rPr>
              <a:t>provides</a:t>
            </a:r>
            <a:r>
              <a:rPr lang="pl-PL" sz="2000" dirty="0">
                <a:solidFill>
                  <a:schemeClr val="tx2"/>
                </a:solidFill>
                <a:latin typeface="gg sans"/>
              </a:rPr>
              <a:t> </a:t>
            </a:r>
            <a:r>
              <a:rPr lang="en-AU" sz="2000" noProof="0" dirty="0">
                <a:solidFill>
                  <a:schemeClr val="tx2"/>
                </a:solidFill>
                <a:latin typeface="gg sans"/>
              </a:rPr>
              <a:t>spaces </a:t>
            </a:r>
            <a:r>
              <a:rPr lang="pl-PL" sz="2000" noProof="0" dirty="0" err="1">
                <a:solidFill>
                  <a:schemeClr val="tx2"/>
                </a:solidFill>
                <a:latin typeface="gg sans"/>
              </a:rPr>
              <a:t>where</a:t>
            </a:r>
            <a:r>
              <a:rPr lang="pl-PL" sz="2000" noProof="0" dirty="0">
                <a:solidFill>
                  <a:schemeClr val="tx2"/>
                </a:solidFill>
                <a:latin typeface="gg sans"/>
              </a:rPr>
              <a:t> </a:t>
            </a:r>
            <a:r>
              <a:rPr lang="en-AU" sz="2000" noProof="0" dirty="0">
                <a:solidFill>
                  <a:schemeClr val="tx2"/>
                </a:solidFill>
                <a:latin typeface="gg sans"/>
              </a:rPr>
              <a:t>users</a:t>
            </a:r>
            <a:r>
              <a:rPr lang="pl-PL" sz="2000" noProof="0" dirty="0">
                <a:solidFill>
                  <a:schemeClr val="tx2"/>
                </a:solidFill>
                <a:latin typeface="gg sans"/>
              </a:rPr>
              <a:t> </a:t>
            </a:r>
            <a:r>
              <a:rPr lang="pl-PL" sz="2000" dirty="0" err="1">
                <a:solidFill>
                  <a:schemeClr val="tx2"/>
                </a:solidFill>
                <a:latin typeface="gg sans"/>
              </a:rPr>
              <a:t>can</a:t>
            </a:r>
            <a:r>
              <a:rPr lang="en-AU" sz="2000" b="0" i="0" noProof="0" dirty="0">
                <a:solidFill>
                  <a:schemeClr val="tx2"/>
                </a:solidFill>
                <a:effectLst/>
                <a:latin typeface="gg sans"/>
              </a:rPr>
              <a:t> engage in gaming, quizzes, and digital entertainment together, integrating tools for online social activities.</a:t>
            </a:r>
          </a:p>
        </p:txBody>
      </p:sp>
      <p:sp>
        <p:nvSpPr>
          <p:cNvPr id="11" name="Data — symbol zastępczy 10">
            <a:extLst>
              <a:ext uri="{FF2B5EF4-FFF2-40B4-BE49-F238E27FC236}">
                <a16:creationId xmlns:a16="http://schemas.microsoft.com/office/drawing/2014/main" id="{32A58032-BB2E-7501-8F53-29DF2826E182}"/>
              </a:ext>
            </a:extLst>
          </p:cNvPr>
          <p:cNvSpPr>
            <a:spLocks noGrp="1"/>
          </p:cNvSpPr>
          <p:nvPr>
            <p:ph type="dt" sz="half" idx="10"/>
          </p:nvPr>
        </p:nvSpPr>
        <p:spPr>
          <a:xfrm>
            <a:off x="838200" y="6356350"/>
            <a:ext cx="2743200" cy="365125"/>
          </a:xfrm>
        </p:spPr>
        <p:txBody>
          <a:bodyPr rtlCol="0"/>
          <a:lstStyle/>
          <a:p>
            <a:pPr rtl="0"/>
            <a:r>
              <a:rPr lang="en-AU" noProof="0">
                <a:solidFill>
                  <a:schemeClr val="tx2"/>
                </a:solidFill>
              </a:rPr>
              <a:t>20</a:t>
            </a:r>
            <a:r>
              <a:rPr lang="pl-PL" noProof="0">
                <a:solidFill>
                  <a:schemeClr val="tx2"/>
                </a:solidFill>
              </a:rPr>
              <a:t>24</a:t>
            </a:r>
            <a:endParaRPr lang="en-AU" noProof="0">
              <a:solidFill>
                <a:schemeClr val="tx2"/>
              </a:solidFill>
            </a:endParaRPr>
          </a:p>
        </p:txBody>
      </p:sp>
      <p:sp>
        <p:nvSpPr>
          <p:cNvPr id="5" name="Stopka — symbol zastępczy 4">
            <a:extLst>
              <a:ext uri="{FF2B5EF4-FFF2-40B4-BE49-F238E27FC236}">
                <a16:creationId xmlns:a16="http://schemas.microsoft.com/office/drawing/2014/main" id="{70CB1A79-1D95-76D2-B12E-BA23B6D2B973}"/>
              </a:ext>
            </a:extLst>
          </p:cNvPr>
          <p:cNvSpPr>
            <a:spLocks noGrp="1"/>
          </p:cNvSpPr>
          <p:nvPr>
            <p:ph type="ftr" sz="quarter" idx="11"/>
          </p:nvPr>
        </p:nvSpPr>
        <p:spPr>
          <a:xfrm>
            <a:off x="4038600" y="6356350"/>
            <a:ext cx="4114800" cy="365125"/>
          </a:xfrm>
        </p:spPr>
        <p:txBody>
          <a:bodyPr rtlCol="0"/>
          <a:lstStyle/>
          <a:p>
            <a:pPr rtl="0"/>
            <a:r>
              <a:rPr lang="en-AU" noProof="0">
                <a:solidFill>
                  <a:schemeClr val="tx2"/>
                </a:solidFill>
              </a:rPr>
              <a:t>WebM8s</a:t>
            </a:r>
          </a:p>
        </p:txBody>
      </p:sp>
      <p:sp>
        <p:nvSpPr>
          <p:cNvPr id="4" name="Numer slajdu — symbol zastępczy 3">
            <a:extLst>
              <a:ext uri="{FF2B5EF4-FFF2-40B4-BE49-F238E27FC236}">
                <a16:creationId xmlns:a16="http://schemas.microsoft.com/office/drawing/2014/main" id="{FCFDB709-B7BE-793C-1D49-71D41777C1D9}"/>
              </a:ext>
            </a:extLst>
          </p:cNvPr>
          <p:cNvSpPr>
            <a:spLocks noGrp="1"/>
          </p:cNvSpPr>
          <p:nvPr>
            <p:ph type="sldNum" sz="quarter" idx="12"/>
          </p:nvPr>
        </p:nvSpPr>
        <p:spPr>
          <a:xfrm>
            <a:off x="8610600" y="6356350"/>
            <a:ext cx="2743200" cy="365125"/>
          </a:xfrm>
        </p:spPr>
        <p:txBody>
          <a:bodyPr rtlCol="0"/>
          <a:lstStyle/>
          <a:p>
            <a:pPr rtl="0"/>
            <a:fld id="{19B51A1E-902D-48AF-9020-955120F399B6}" type="slidenum">
              <a:rPr lang="en-AU" noProof="0" smtClean="0">
                <a:solidFill>
                  <a:schemeClr val="tx2"/>
                </a:solidFill>
              </a:rPr>
              <a:pPr rtl="0"/>
              <a:t>4</a:t>
            </a:fld>
            <a:endParaRPr lang="en-AU" noProof="0">
              <a:solidFill>
                <a:schemeClr val="tx2"/>
              </a:solidFill>
            </a:endParaRPr>
          </a:p>
        </p:txBody>
      </p:sp>
      <p:pic>
        <p:nvPicPr>
          <p:cNvPr id="19" name="Picture 2" descr="Free frequency wave geometry pattern illustration">
            <a:extLst>
              <a:ext uri="{FF2B5EF4-FFF2-40B4-BE49-F238E27FC236}">
                <a16:creationId xmlns:a16="http://schemas.microsoft.com/office/drawing/2014/main" id="{2E3ACD3A-4A3E-93BD-7082-073884B720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963" b="28084"/>
          <a:stretch/>
        </p:blipFill>
        <p:spPr bwMode="auto">
          <a:xfrm>
            <a:off x="-75500" y="4715933"/>
            <a:ext cx="12284434" cy="1640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8502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Bezpłatne Darmowe zdjęcie z galerii z bezprzewodowe słuchawki, czarna koszula, czarnoskóry Zdjęcie z galerii">
            <a:extLst>
              <a:ext uri="{FF2B5EF4-FFF2-40B4-BE49-F238E27FC236}">
                <a16:creationId xmlns:a16="http://schemas.microsoft.com/office/drawing/2014/main" id="{A108C2EA-069F-8C6C-69D6-0C92FD578D87}"/>
              </a:ext>
            </a:extLst>
          </p:cNvPr>
          <p:cNvPicPr>
            <a:picLocks noGrp="1" noChangeAspect="1" noChangeArrowheads="1"/>
          </p:cNvPicPr>
          <p:nvPr>
            <p:ph type="pic" sz="quarter" idx="23"/>
          </p:nvPr>
        </p:nvPicPr>
        <p:blipFill rotWithShape="1">
          <a:blip r:embed="rId3">
            <a:extLst>
              <a:ext uri="{28A0092B-C50C-407E-A947-70E740481C1C}">
                <a14:useLocalDpi xmlns:a14="http://schemas.microsoft.com/office/drawing/2010/main" val="0"/>
              </a:ext>
            </a:extLst>
          </a:blip>
          <a:srcRect l="-13" t="46971" r="13" b="24897"/>
          <a:stretch/>
        </p:blipFill>
        <p:spPr bwMode="auto">
          <a:xfrm>
            <a:off x="1524" y="4572000"/>
            <a:ext cx="12188952" cy="2286000"/>
          </a:xfrm>
          <a:prstGeom prst="rect">
            <a:avLst/>
          </a:prstGeom>
          <a:noFill/>
          <a:extLst>
            <a:ext uri="{909E8E84-426E-40DD-AFC4-6F175D3DCCD1}">
              <a14:hiddenFill xmlns:a14="http://schemas.microsoft.com/office/drawing/2010/main">
                <a:solidFill>
                  <a:srgbClr val="FFFFFF"/>
                </a:solidFill>
              </a14:hiddenFill>
            </a:ext>
          </a:extLst>
        </p:spPr>
      </p:pic>
      <p:sp>
        <p:nvSpPr>
          <p:cNvPr id="2" name="Tytuł 1">
            <a:extLst>
              <a:ext uri="{FF2B5EF4-FFF2-40B4-BE49-F238E27FC236}">
                <a16:creationId xmlns:a16="http://schemas.microsoft.com/office/drawing/2014/main" id="{5CE54ABB-4929-4810-950B-2DAEA0A5BAB4}"/>
              </a:ext>
            </a:extLst>
          </p:cNvPr>
          <p:cNvSpPr>
            <a:spLocks noGrp="1"/>
          </p:cNvSpPr>
          <p:nvPr>
            <p:ph type="title"/>
          </p:nvPr>
        </p:nvSpPr>
        <p:spPr>
          <a:xfrm>
            <a:off x="838200" y="318907"/>
            <a:ext cx="10515600" cy="1142796"/>
          </a:xfrm>
        </p:spPr>
        <p:txBody>
          <a:bodyPr rtlCol="0"/>
          <a:lstStyle/>
          <a:p>
            <a:pPr rtl="0"/>
            <a:r>
              <a:rPr lang="pl-PL" b="1" noProof="0" dirty="0">
                <a:solidFill>
                  <a:schemeClr val="tx2"/>
                </a:solidFill>
              </a:rPr>
              <a:t>User </a:t>
            </a:r>
            <a:r>
              <a:rPr lang="pl-PL" b="1" noProof="0" dirty="0" err="1">
                <a:solidFill>
                  <a:schemeClr val="tx2"/>
                </a:solidFill>
              </a:rPr>
              <a:t>Personas</a:t>
            </a:r>
            <a:endParaRPr lang="en-AU" b="1" noProof="0" dirty="0">
              <a:solidFill>
                <a:schemeClr val="tx2"/>
              </a:solidFill>
            </a:endParaRPr>
          </a:p>
        </p:txBody>
      </p:sp>
      <p:sp>
        <p:nvSpPr>
          <p:cNvPr id="4" name="Tekst — symbol zastępczy 3">
            <a:extLst>
              <a:ext uri="{FF2B5EF4-FFF2-40B4-BE49-F238E27FC236}">
                <a16:creationId xmlns:a16="http://schemas.microsoft.com/office/drawing/2014/main" id="{A112B089-A8F9-45B1-BE6E-EAC10163F082}"/>
              </a:ext>
            </a:extLst>
          </p:cNvPr>
          <p:cNvSpPr>
            <a:spLocks noGrp="1"/>
          </p:cNvSpPr>
          <p:nvPr>
            <p:ph type="body" sz="quarter" idx="13"/>
          </p:nvPr>
        </p:nvSpPr>
        <p:spPr>
          <a:xfrm>
            <a:off x="883705" y="1461703"/>
            <a:ext cx="3210331" cy="3731082"/>
          </a:xfrm>
        </p:spPr>
        <p:txBody>
          <a:bodyPr tIns="90000" rtlCol="0">
            <a:normAutofit/>
          </a:bodyPr>
          <a:lstStyle/>
          <a:p>
            <a:pPr rtl="0"/>
            <a:r>
              <a:rPr lang="pl-PL" noProof="0">
                <a:solidFill>
                  <a:schemeClr val="tx2"/>
                </a:solidFill>
              </a:rPr>
              <a:t>Michael</a:t>
            </a:r>
            <a:endParaRPr lang="en-AU" noProof="0">
              <a:solidFill>
                <a:schemeClr val="tx2"/>
              </a:solidFill>
            </a:endParaRPr>
          </a:p>
        </p:txBody>
      </p:sp>
      <p:sp>
        <p:nvSpPr>
          <p:cNvPr id="6" name="Tekst — symbol zastępczy 5">
            <a:extLst>
              <a:ext uri="{FF2B5EF4-FFF2-40B4-BE49-F238E27FC236}">
                <a16:creationId xmlns:a16="http://schemas.microsoft.com/office/drawing/2014/main" id="{0FE22F9B-4BF8-41DC-8F1C-836B546E59AD}"/>
              </a:ext>
            </a:extLst>
          </p:cNvPr>
          <p:cNvSpPr>
            <a:spLocks noGrp="1"/>
          </p:cNvSpPr>
          <p:nvPr>
            <p:ph type="body" sz="quarter" idx="15"/>
          </p:nvPr>
        </p:nvSpPr>
        <p:spPr>
          <a:xfrm>
            <a:off x="1117270" y="2089545"/>
            <a:ext cx="2743200" cy="3103242"/>
          </a:xfrm>
        </p:spPr>
        <p:txBody>
          <a:bodyPr rtlCol="0">
            <a:noAutofit/>
          </a:bodyPr>
          <a:lstStyle/>
          <a:p>
            <a:pPr rtl="0"/>
            <a:r>
              <a:rPr lang="en-US">
                <a:solidFill>
                  <a:schemeClr val="tx2"/>
                </a:solidFill>
                <a:latin typeface="gg sans"/>
              </a:rPr>
              <a:t>Michael is 16 years old, lives in London, and is a high school student. Although he’s an introvert, he has a few close friends; however, they don’t enjoy playing the same game as he does—League of Legends. While he’s not looking for new friends to meet up with in person, he is interested in finding people to form a team with for online gameplay.</a:t>
            </a:r>
            <a:r>
              <a:rPr lang="pl-PL">
                <a:solidFill>
                  <a:schemeClr val="tx2"/>
                </a:solidFill>
                <a:latin typeface="gg sans"/>
              </a:rPr>
              <a:t> </a:t>
            </a:r>
            <a:r>
              <a:rPr lang="en-US">
                <a:solidFill>
                  <a:schemeClr val="tx2"/>
                </a:solidFill>
                <a:latin typeface="gg sans"/>
              </a:rPr>
              <a:t>While searching for an app to find gaming buddies, Michael comes across Web8s.</a:t>
            </a:r>
            <a:endParaRPr lang="en-AU" noProof="0">
              <a:solidFill>
                <a:schemeClr val="tx2"/>
              </a:solidFill>
              <a:latin typeface="gg sans"/>
            </a:endParaRPr>
          </a:p>
        </p:txBody>
      </p:sp>
      <p:sp>
        <p:nvSpPr>
          <p:cNvPr id="42" name="Data — symbol zastępczy 41">
            <a:extLst>
              <a:ext uri="{FF2B5EF4-FFF2-40B4-BE49-F238E27FC236}">
                <a16:creationId xmlns:a16="http://schemas.microsoft.com/office/drawing/2014/main" id="{916DDA26-131E-46AD-ADAE-F0E710EAF3DE}"/>
              </a:ext>
            </a:extLst>
          </p:cNvPr>
          <p:cNvSpPr>
            <a:spLocks noGrp="1"/>
          </p:cNvSpPr>
          <p:nvPr>
            <p:ph type="dt" sz="half" idx="20"/>
          </p:nvPr>
        </p:nvSpPr>
        <p:spPr>
          <a:xfrm>
            <a:off x="838200" y="6356350"/>
            <a:ext cx="2743200" cy="365125"/>
          </a:xfrm>
        </p:spPr>
        <p:txBody>
          <a:bodyPr rtlCol="0"/>
          <a:lstStyle/>
          <a:p>
            <a:pPr rtl="0"/>
            <a:r>
              <a:rPr lang="en-AU" noProof="0">
                <a:solidFill>
                  <a:schemeClr val="bg1">
                    <a:lumMod val="85000"/>
                  </a:schemeClr>
                </a:solidFill>
              </a:rPr>
              <a:t>20</a:t>
            </a:r>
            <a:r>
              <a:rPr lang="pl-PL" noProof="0">
                <a:solidFill>
                  <a:schemeClr val="bg1">
                    <a:lumMod val="85000"/>
                  </a:schemeClr>
                </a:solidFill>
              </a:rPr>
              <a:t>24</a:t>
            </a:r>
          </a:p>
        </p:txBody>
      </p:sp>
      <p:sp>
        <p:nvSpPr>
          <p:cNvPr id="114" name="Tekst — symbol zastępczy 113">
            <a:extLst>
              <a:ext uri="{FF2B5EF4-FFF2-40B4-BE49-F238E27FC236}">
                <a16:creationId xmlns:a16="http://schemas.microsoft.com/office/drawing/2014/main" id="{B51B89C9-6212-44BC-8654-817139EF8D59}"/>
              </a:ext>
            </a:extLst>
          </p:cNvPr>
          <p:cNvSpPr>
            <a:spLocks noGrp="1"/>
          </p:cNvSpPr>
          <p:nvPr>
            <p:ph type="body" sz="quarter" idx="24"/>
          </p:nvPr>
        </p:nvSpPr>
        <p:spPr>
          <a:xfrm>
            <a:off x="4491228" y="1461702"/>
            <a:ext cx="3209544" cy="3731083"/>
          </a:xfrm>
        </p:spPr>
        <p:txBody>
          <a:bodyPr tIns="90000" rtlCol="0"/>
          <a:lstStyle/>
          <a:p>
            <a:pPr rtl="0"/>
            <a:r>
              <a:rPr lang="pl-PL">
                <a:solidFill>
                  <a:schemeClr val="tx2"/>
                </a:solidFill>
              </a:rPr>
              <a:t>Andrzej</a:t>
            </a:r>
            <a:endParaRPr lang="en-AU" noProof="0">
              <a:solidFill>
                <a:schemeClr val="tx2"/>
              </a:solidFill>
            </a:endParaRPr>
          </a:p>
        </p:txBody>
      </p:sp>
      <p:sp>
        <p:nvSpPr>
          <p:cNvPr id="7" name="Zawartość — symbol zastępczy 6">
            <a:extLst>
              <a:ext uri="{FF2B5EF4-FFF2-40B4-BE49-F238E27FC236}">
                <a16:creationId xmlns:a16="http://schemas.microsoft.com/office/drawing/2014/main" id="{6B35F89A-6CDF-41F7-BD87-18B45BD7330B}"/>
              </a:ext>
            </a:extLst>
          </p:cNvPr>
          <p:cNvSpPr>
            <a:spLocks noGrp="1"/>
          </p:cNvSpPr>
          <p:nvPr>
            <p:ph type="body" sz="quarter" idx="25"/>
          </p:nvPr>
        </p:nvSpPr>
        <p:spPr>
          <a:xfrm>
            <a:off x="4724794" y="2098625"/>
            <a:ext cx="2743200" cy="3094161"/>
          </a:xfrm>
        </p:spPr>
        <p:txBody>
          <a:bodyPr vert="horz" lIns="91440" tIns="45720" rIns="91440" bIns="45720" rtlCol="0" anchor="t">
            <a:normAutofit/>
          </a:bodyPr>
          <a:lstStyle/>
          <a:p>
            <a:pPr rtl="0"/>
            <a:r>
              <a:rPr lang="en-US">
                <a:solidFill>
                  <a:schemeClr val="tx2"/>
                </a:solidFill>
                <a:latin typeface="gg sans"/>
              </a:rPr>
              <a:t>Andrzej is a 42-year-old from Poland who has recently begins treatment for his alcoholism. His doctor recommended that he find a sobriety support group, but there’s nothing like that in the area near his small village . A few weeks ago, however, Andrzej’s cousin, Mariusz, told him about an app where he could connect with people from around the world. Andrzej decides to give it a try.</a:t>
            </a:r>
            <a:endParaRPr lang="en-AU" noProof="0">
              <a:solidFill>
                <a:schemeClr val="tx2"/>
              </a:solidFill>
              <a:latin typeface="gg sans"/>
            </a:endParaRPr>
          </a:p>
        </p:txBody>
      </p:sp>
      <p:sp>
        <p:nvSpPr>
          <p:cNvPr id="43" name="Stopka — symbol zastępczy 42">
            <a:extLst>
              <a:ext uri="{FF2B5EF4-FFF2-40B4-BE49-F238E27FC236}">
                <a16:creationId xmlns:a16="http://schemas.microsoft.com/office/drawing/2014/main" id="{3F77F960-EB31-4698-AB82-5583AF66D391}"/>
              </a:ext>
            </a:extLst>
          </p:cNvPr>
          <p:cNvSpPr>
            <a:spLocks noGrp="1"/>
          </p:cNvSpPr>
          <p:nvPr>
            <p:ph type="ftr" sz="quarter" idx="21"/>
          </p:nvPr>
        </p:nvSpPr>
        <p:spPr>
          <a:xfrm>
            <a:off x="4038600" y="6356350"/>
            <a:ext cx="4114800" cy="365125"/>
          </a:xfrm>
        </p:spPr>
        <p:txBody>
          <a:bodyPr rtlCol="0"/>
          <a:lstStyle/>
          <a:p>
            <a:pPr rtl="0">
              <a:spcAft>
                <a:spcPts val="600"/>
              </a:spcAft>
            </a:pPr>
            <a:r>
              <a:rPr lang="en-AU" noProof="0">
                <a:solidFill>
                  <a:schemeClr val="bg1">
                    <a:lumMod val="85000"/>
                  </a:schemeClr>
                </a:solidFill>
              </a:rPr>
              <a:t>WebM8s</a:t>
            </a:r>
          </a:p>
        </p:txBody>
      </p:sp>
      <p:sp>
        <p:nvSpPr>
          <p:cNvPr id="3" name="Tekst — symbol zastępczy 2">
            <a:extLst>
              <a:ext uri="{FF2B5EF4-FFF2-40B4-BE49-F238E27FC236}">
                <a16:creationId xmlns:a16="http://schemas.microsoft.com/office/drawing/2014/main" id="{D5E1C399-8F48-44F5-9461-3C89866D4CE1}"/>
              </a:ext>
            </a:extLst>
          </p:cNvPr>
          <p:cNvSpPr>
            <a:spLocks noGrp="1"/>
          </p:cNvSpPr>
          <p:nvPr>
            <p:ph type="body" sz="quarter" idx="26"/>
          </p:nvPr>
        </p:nvSpPr>
        <p:spPr>
          <a:xfrm>
            <a:off x="8098751" y="1514007"/>
            <a:ext cx="3209544" cy="3678780"/>
          </a:xfrm>
        </p:spPr>
        <p:txBody>
          <a:bodyPr tIns="90000" rtlCol="0"/>
          <a:lstStyle/>
          <a:p>
            <a:pPr rtl="0"/>
            <a:r>
              <a:rPr lang="pl-PL" noProof="0" err="1">
                <a:solidFill>
                  <a:schemeClr val="tx2"/>
                </a:solidFill>
              </a:rPr>
              <a:t>Anastazia</a:t>
            </a:r>
            <a:endParaRPr lang="en-AU" noProof="0">
              <a:solidFill>
                <a:schemeClr val="tx2"/>
              </a:solidFill>
            </a:endParaRPr>
          </a:p>
        </p:txBody>
      </p:sp>
      <p:sp>
        <p:nvSpPr>
          <p:cNvPr id="8" name="Tekst — symbol zastępczy 7">
            <a:extLst>
              <a:ext uri="{FF2B5EF4-FFF2-40B4-BE49-F238E27FC236}">
                <a16:creationId xmlns:a16="http://schemas.microsoft.com/office/drawing/2014/main" id="{E92B9716-8D44-4864-8986-720957B34362}"/>
              </a:ext>
            </a:extLst>
          </p:cNvPr>
          <p:cNvSpPr>
            <a:spLocks noGrp="1"/>
          </p:cNvSpPr>
          <p:nvPr>
            <p:ph type="body" sz="quarter" idx="27"/>
          </p:nvPr>
        </p:nvSpPr>
        <p:spPr>
          <a:xfrm>
            <a:off x="8331923" y="2098626"/>
            <a:ext cx="2743200" cy="3094160"/>
          </a:xfrm>
        </p:spPr>
        <p:txBody>
          <a:bodyPr rtlCol="0">
            <a:noAutofit/>
          </a:bodyPr>
          <a:lstStyle/>
          <a:p>
            <a:r>
              <a:rPr lang="en-US">
                <a:solidFill>
                  <a:schemeClr val="tx2"/>
                </a:solidFill>
                <a:latin typeface="gg sans"/>
              </a:rPr>
              <a:t>Anastasia, a 26-year-old woman, recently decided she wants to develop a deeper interest in cinema. She would like to learn how to analyze films in a more meaningful way, but she doesn’t know where to start—she struggles to apply what she’s read online in practice. Anastasia would love to discuss films with people who are knowledgeable and learn what to pay attention to while watching movies through real examples.</a:t>
            </a:r>
            <a:r>
              <a:rPr lang="pl-PL">
                <a:solidFill>
                  <a:schemeClr val="tx2"/>
                </a:solidFill>
                <a:latin typeface="gg sans"/>
              </a:rPr>
              <a:t> </a:t>
            </a:r>
            <a:r>
              <a:rPr lang="en-US">
                <a:solidFill>
                  <a:schemeClr val="tx2"/>
                </a:solidFill>
                <a:latin typeface="gg sans"/>
              </a:rPr>
              <a:t>She decides to try the app after seeing an advertisement.</a:t>
            </a:r>
            <a:endParaRPr lang="en-AU" noProof="0">
              <a:solidFill>
                <a:schemeClr val="tx2"/>
              </a:solidFill>
              <a:latin typeface="gg sans"/>
            </a:endParaRPr>
          </a:p>
        </p:txBody>
      </p:sp>
      <p:sp>
        <p:nvSpPr>
          <p:cNvPr id="44" name="Numer slajdu — symbol zastępczy 43">
            <a:extLst>
              <a:ext uri="{FF2B5EF4-FFF2-40B4-BE49-F238E27FC236}">
                <a16:creationId xmlns:a16="http://schemas.microsoft.com/office/drawing/2014/main" id="{3E790E42-CF88-4BBB-827D-12B6E23D93C1}"/>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AU" noProof="0" smtClean="0">
                <a:solidFill>
                  <a:schemeClr val="bg1">
                    <a:lumMod val="85000"/>
                  </a:schemeClr>
                </a:solidFill>
              </a:rPr>
              <a:pPr rtl="0"/>
              <a:t>5</a:t>
            </a:fld>
            <a:endParaRPr lang="en-AU" noProof="0">
              <a:solidFill>
                <a:schemeClr val="bg1">
                  <a:lumMod val="85000"/>
                </a:schemeClr>
              </a:solidFill>
            </a:endParaRPr>
          </a:p>
        </p:txBody>
      </p:sp>
    </p:spTree>
    <p:extLst>
      <p:ext uri="{BB962C8B-B14F-4D97-AF65-F5344CB8AC3E}">
        <p14:creationId xmlns:p14="http://schemas.microsoft.com/office/powerpoint/2010/main" val="3414231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F6DB5-BF02-A8FC-E1AA-E22838BDC0E3}"/>
            </a:ext>
          </a:extLst>
        </p:cNvPr>
        <p:cNvGrpSpPr/>
        <p:nvPr/>
      </p:nvGrpSpPr>
      <p:grpSpPr>
        <a:xfrm>
          <a:off x="0" y="0"/>
          <a:ext cx="0" cy="0"/>
          <a:chOff x="0" y="0"/>
          <a:chExt cx="0" cy="0"/>
        </a:xfrm>
      </p:grpSpPr>
      <p:pic>
        <p:nvPicPr>
          <p:cNvPr id="1030" name="Picture 6" descr="Bezpłatne Darmowe zdjęcie z galerii z bezprzewodowe słuchawki, czarna koszula, czarnoskóry Zdjęcie z galerii">
            <a:extLst>
              <a:ext uri="{FF2B5EF4-FFF2-40B4-BE49-F238E27FC236}">
                <a16:creationId xmlns:a16="http://schemas.microsoft.com/office/drawing/2014/main" id="{3AB80714-8A7C-68DA-FD5D-CDF57B0E8380}"/>
              </a:ext>
            </a:extLst>
          </p:cNvPr>
          <p:cNvPicPr>
            <a:picLocks noGrp="1" noChangeAspect="1" noChangeArrowheads="1"/>
          </p:cNvPicPr>
          <p:nvPr>
            <p:ph type="pic" sz="quarter" idx="23"/>
          </p:nvPr>
        </p:nvPicPr>
        <p:blipFill rotWithShape="1">
          <a:blip r:embed="rId3">
            <a:extLst>
              <a:ext uri="{28A0092B-C50C-407E-A947-70E740481C1C}">
                <a14:useLocalDpi xmlns:a14="http://schemas.microsoft.com/office/drawing/2010/main" val="0"/>
              </a:ext>
            </a:extLst>
          </a:blip>
          <a:srcRect l="-13" t="46971" r="13" b="24897"/>
          <a:stretch/>
        </p:blipFill>
        <p:spPr bwMode="auto">
          <a:xfrm>
            <a:off x="1524" y="4572000"/>
            <a:ext cx="12188952" cy="2286000"/>
          </a:xfrm>
          <a:prstGeom prst="rect">
            <a:avLst/>
          </a:prstGeom>
          <a:noFill/>
          <a:extLst>
            <a:ext uri="{909E8E84-426E-40DD-AFC4-6F175D3DCCD1}">
              <a14:hiddenFill xmlns:a14="http://schemas.microsoft.com/office/drawing/2010/main">
                <a:solidFill>
                  <a:srgbClr val="FFFFFF"/>
                </a:solidFill>
              </a14:hiddenFill>
            </a:ext>
          </a:extLst>
        </p:spPr>
      </p:pic>
      <p:sp>
        <p:nvSpPr>
          <p:cNvPr id="2" name="Tytuł 1">
            <a:extLst>
              <a:ext uri="{FF2B5EF4-FFF2-40B4-BE49-F238E27FC236}">
                <a16:creationId xmlns:a16="http://schemas.microsoft.com/office/drawing/2014/main" id="{C9381A48-5301-649F-DDDA-34B03DF7F202}"/>
              </a:ext>
            </a:extLst>
          </p:cNvPr>
          <p:cNvSpPr>
            <a:spLocks noGrp="1"/>
          </p:cNvSpPr>
          <p:nvPr>
            <p:ph type="title"/>
          </p:nvPr>
        </p:nvSpPr>
        <p:spPr>
          <a:xfrm>
            <a:off x="838200" y="318907"/>
            <a:ext cx="10515600" cy="1142796"/>
          </a:xfrm>
        </p:spPr>
        <p:txBody>
          <a:bodyPr rtlCol="0"/>
          <a:lstStyle/>
          <a:p>
            <a:pPr rtl="0"/>
            <a:r>
              <a:rPr lang="pl-PL" b="1" noProof="0" dirty="0" err="1">
                <a:solidFill>
                  <a:schemeClr val="tx2"/>
                </a:solidFill>
              </a:rPr>
              <a:t>Use</a:t>
            </a:r>
            <a:r>
              <a:rPr lang="pl-PL" b="1" noProof="0" dirty="0">
                <a:solidFill>
                  <a:schemeClr val="tx2"/>
                </a:solidFill>
              </a:rPr>
              <a:t> </a:t>
            </a:r>
            <a:r>
              <a:rPr lang="pl-PL" b="1" noProof="0" dirty="0" err="1">
                <a:solidFill>
                  <a:schemeClr val="tx2"/>
                </a:solidFill>
              </a:rPr>
              <a:t>Cases</a:t>
            </a:r>
            <a:endParaRPr lang="en-AU" b="1" noProof="0" dirty="0">
              <a:solidFill>
                <a:schemeClr val="tx2"/>
              </a:solidFill>
            </a:endParaRPr>
          </a:p>
        </p:txBody>
      </p:sp>
      <p:sp>
        <p:nvSpPr>
          <p:cNvPr id="4" name="Tekst — symbol zastępczy 3">
            <a:extLst>
              <a:ext uri="{FF2B5EF4-FFF2-40B4-BE49-F238E27FC236}">
                <a16:creationId xmlns:a16="http://schemas.microsoft.com/office/drawing/2014/main" id="{FB2F4D2B-C211-1E0B-1DB3-E5467DAED7B4}"/>
              </a:ext>
            </a:extLst>
          </p:cNvPr>
          <p:cNvSpPr>
            <a:spLocks noGrp="1"/>
          </p:cNvSpPr>
          <p:nvPr>
            <p:ph type="body" sz="quarter" idx="13"/>
          </p:nvPr>
        </p:nvSpPr>
        <p:spPr>
          <a:xfrm>
            <a:off x="883705" y="1461703"/>
            <a:ext cx="3210331" cy="3731083"/>
          </a:xfrm>
        </p:spPr>
        <p:txBody>
          <a:bodyPr tIns="90000" rtlCol="0">
            <a:normAutofit/>
          </a:bodyPr>
          <a:lstStyle/>
          <a:p>
            <a:pPr rtl="0"/>
            <a:r>
              <a:rPr lang="pl-PL" noProof="0">
                <a:solidFill>
                  <a:schemeClr val="tx2"/>
                </a:solidFill>
              </a:rPr>
              <a:t>Michael</a:t>
            </a:r>
            <a:endParaRPr lang="en-AU" noProof="0">
              <a:solidFill>
                <a:schemeClr val="tx2"/>
              </a:solidFill>
            </a:endParaRPr>
          </a:p>
        </p:txBody>
      </p:sp>
      <p:sp>
        <p:nvSpPr>
          <p:cNvPr id="6" name="Tekst — symbol zastępczy 5">
            <a:extLst>
              <a:ext uri="{FF2B5EF4-FFF2-40B4-BE49-F238E27FC236}">
                <a16:creationId xmlns:a16="http://schemas.microsoft.com/office/drawing/2014/main" id="{58D05DF3-3824-DDBE-EBB6-401EAE92E379}"/>
              </a:ext>
            </a:extLst>
          </p:cNvPr>
          <p:cNvSpPr>
            <a:spLocks noGrp="1"/>
          </p:cNvSpPr>
          <p:nvPr>
            <p:ph type="body" sz="quarter" idx="15"/>
          </p:nvPr>
        </p:nvSpPr>
        <p:spPr>
          <a:xfrm>
            <a:off x="1117270" y="2089545"/>
            <a:ext cx="2743200" cy="3103242"/>
          </a:xfrm>
        </p:spPr>
        <p:txBody>
          <a:bodyPr rtlCol="0">
            <a:noAutofit/>
          </a:bodyPr>
          <a:lstStyle/>
          <a:p>
            <a:pPr rtl="0"/>
            <a:r>
              <a:rPr lang="en-US">
                <a:solidFill>
                  <a:schemeClr val="tx2"/>
                </a:solidFill>
                <a:latin typeface="gg sans"/>
              </a:rPr>
              <a:t>Michael decides to give WebM8s a try, </a:t>
            </a:r>
            <a:r>
              <a:rPr lang="pl-PL" err="1">
                <a:solidFill>
                  <a:schemeClr val="tx2"/>
                </a:solidFill>
                <a:latin typeface="gg sans"/>
              </a:rPr>
              <a:t>generates</a:t>
            </a:r>
            <a:r>
              <a:rPr lang="pl-PL">
                <a:solidFill>
                  <a:schemeClr val="tx2"/>
                </a:solidFill>
                <a:latin typeface="gg sans"/>
              </a:rPr>
              <a:t> </a:t>
            </a:r>
            <a:r>
              <a:rPr lang="en-US">
                <a:solidFill>
                  <a:schemeClr val="tx2"/>
                </a:solidFill>
                <a:latin typeface="gg sans"/>
              </a:rPr>
              <a:t>his profile, and starts searching for his new team. After just a few minutes of browsing, he </a:t>
            </a:r>
            <a:r>
              <a:rPr lang="pl-PL" err="1">
                <a:solidFill>
                  <a:schemeClr val="tx2"/>
                </a:solidFill>
                <a:latin typeface="gg sans"/>
              </a:rPr>
              <a:t>forms</a:t>
            </a:r>
            <a:r>
              <a:rPr lang="pl-PL">
                <a:solidFill>
                  <a:schemeClr val="tx2"/>
                </a:solidFill>
                <a:latin typeface="gg sans"/>
              </a:rPr>
              <a:t> a </a:t>
            </a:r>
            <a:r>
              <a:rPr lang="pl-PL" err="1">
                <a:solidFill>
                  <a:schemeClr val="tx2"/>
                </a:solidFill>
                <a:latin typeface="gg sans"/>
              </a:rPr>
              <a:t>new</a:t>
            </a:r>
            <a:r>
              <a:rPr lang="pl-PL">
                <a:solidFill>
                  <a:schemeClr val="tx2"/>
                </a:solidFill>
                <a:latin typeface="gg sans"/>
              </a:rPr>
              <a:t> </a:t>
            </a:r>
            <a:r>
              <a:rPr lang="pl-PL" err="1">
                <a:solidFill>
                  <a:schemeClr val="tx2"/>
                </a:solidFill>
                <a:latin typeface="gg sans"/>
              </a:rPr>
              <a:t>group</a:t>
            </a:r>
            <a:r>
              <a:rPr lang="pl-PL">
                <a:solidFill>
                  <a:schemeClr val="tx2"/>
                </a:solidFill>
                <a:latin typeface="gg sans"/>
              </a:rPr>
              <a:t> by </a:t>
            </a:r>
            <a:r>
              <a:rPr lang="pl-PL" err="1">
                <a:solidFill>
                  <a:schemeClr val="tx2"/>
                </a:solidFill>
                <a:latin typeface="gg sans"/>
              </a:rPr>
              <a:t>pairing</a:t>
            </a:r>
            <a:r>
              <a:rPr lang="pl-PL">
                <a:solidFill>
                  <a:schemeClr val="tx2"/>
                </a:solidFill>
                <a:latin typeface="gg sans"/>
              </a:rPr>
              <a:t> </a:t>
            </a:r>
            <a:r>
              <a:rPr lang="pl-PL" err="1">
                <a:solidFill>
                  <a:schemeClr val="tx2"/>
                </a:solidFill>
                <a:latin typeface="gg sans"/>
              </a:rPr>
              <a:t>up</a:t>
            </a:r>
            <a:r>
              <a:rPr lang="pl-PL">
                <a:solidFill>
                  <a:schemeClr val="tx2"/>
                </a:solidFill>
                <a:latin typeface="gg sans"/>
              </a:rPr>
              <a:t> </a:t>
            </a:r>
            <a:r>
              <a:rPr lang="en-US">
                <a:solidFill>
                  <a:schemeClr val="tx2"/>
                </a:solidFill>
                <a:latin typeface="gg sans"/>
              </a:rPr>
              <a:t>with one person, and within an hour, their group grows to four people who not only fit perfectly into the needed roles for the game but are also incredibly fun to chat with. After a few hours of messaging with his new friends, Michael decides to add them in-game, where they continue their conversations over voice chat.</a:t>
            </a:r>
            <a:endParaRPr lang="en-AU" noProof="0">
              <a:solidFill>
                <a:schemeClr val="tx2"/>
              </a:solidFill>
              <a:latin typeface="gg sans"/>
            </a:endParaRPr>
          </a:p>
        </p:txBody>
      </p:sp>
      <p:sp>
        <p:nvSpPr>
          <p:cNvPr id="42" name="Data — symbol zastępczy 41">
            <a:extLst>
              <a:ext uri="{FF2B5EF4-FFF2-40B4-BE49-F238E27FC236}">
                <a16:creationId xmlns:a16="http://schemas.microsoft.com/office/drawing/2014/main" id="{7F5B1246-1E22-5A86-43BB-54B2A9B2FC7E}"/>
              </a:ext>
            </a:extLst>
          </p:cNvPr>
          <p:cNvSpPr>
            <a:spLocks noGrp="1"/>
          </p:cNvSpPr>
          <p:nvPr>
            <p:ph type="dt" sz="half" idx="20"/>
          </p:nvPr>
        </p:nvSpPr>
        <p:spPr>
          <a:xfrm>
            <a:off x="838200" y="6356350"/>
            <a:ext cx="2743200" cy="365125"/>
          </a:xfrm>
        </p:spPr>
        <p:txBody>
          <a:bodyPr rtlCol="0"/>
          <a:lstStyle/>
          <a:p>
            <a:pPr rtl="0"/>
            <a:r>
              <a:rPr lang="en-AU" noProof="0">
                <a:solidFill>
                  <a:schemeClr val="bg1">
                    <a:lumMod val="85000"/>
                  </a:schemeClr>
                </a:solidFill>
              </a:rPr>
              <a:t>20</a:t>
            </a:r>
            <a:r>
              <a:rPr lang="pl-PL" noProof="0">
                <a:solidFill>
                  <a:schemeClr val="bg1">
                    <a:lumMod val="85000"/>
                  </a:schemeClr>
                </a:solidFill>
              </a:rPr>
              <a:t>24</a:t>
            </a:r>
          </a:p>
        </p:txBody>
      </p:sp>
      <p:sp>
        <p:nvSpPr>
          <p:cNvPr id="114" name="Tekst — symbol zastępczy 113">
            <a:extLst>
              <a:ext uri="{FF2B5EF4-FFF2-40B4-BE49-F238E27FC236}">
                <a16:creationId xmlns:a16="http://schemas.microsoft.com/office/drawing/2014/main" id="{0217805A-C13D-E48F-B1C9-A4E6F2131AB9}"/>
              </a:ext>
            </a:extLst>
          </p:cNvPr>
          <p:cNvSpPr>
            <a:spLocks noGrp="1"/>
          </p:cNvSpPr>
          <p:nvPr>
            <p:ph type="body" sz="quarter" idx="24"/>
          </p:nvPr>
        </p:nvSpPr>
        <p:spPr>
          <a:xfrm>
            <a:off x="4491228" y="1461703"/>
            <a:ext cx="3209544" cy="3731084"/>
          </a:xfrm>
        </p:spPr>
        <p:txBody>
          <a:bodyPr tIns="90000" rtlCol="0"/>
          <a:lstStyle/>
          <a:p>
            <a:pPr rtl="0"/>
            <a:r>
              <a:rPr lang="pl-PL">
                <a:solidFill>
                  <a:schemeClr val="tx2"/>
                </a:solidFill>
              </a:rPr>
              <a:t>Andrzej</a:t>
            </a:r>
            <a:endParaRPr lang="en-AU" noProof="0">
              <a:solidFill>
                <a:schemeClr val="tx2"/>
              </a:solidFill>
            </a:endParaRPr>
          </a:p>
        </p:txBody>
      </p:sp>
      <p:sp>
        <p:nvSpPr>
          <p:cNvPr id="7" name="Zawartość — symbol zastępczy 6">
            <a:extLst>
              <a:ext uri="{FF2B5EF4-FFF2-40B4-BE49-F238E27FC236}">
                <a16:creationId xmlns:a16="http://schemas.microsoft.com/office/drawing/2014/main" id="{4D99C620-F67C-3354-D051-4EDBBD8B4C98}"/>
              </a:ext>
            </a:extLst>
          </p:cNvPr>
          <p:cNvSpPr>
            <a:spLocks noGrp="1"/>
          </p:cNvSpPr>
          <p:nvPr>
            <p:ph type="body" sz="quarter" idx="25"/>
          </p:nvPr>
        </p:nvSpPr>
        <p:spPr>
          <a:xfrm>
            <a:off x="4672668" y="2098624"/>
            <a:ext cx="2840830" cy="3297674"/>
          </a:xfrm>
        </p:spPr>
        <p:txBody>
          <a:bodyPr vert="horz" lIns="91440" tIns="45720" rIns="91440" bIns="45720" rtlCol="0" anchor="t">
            <a:normAutofit/>
          </a:bodyPr>
          <a:lstStyle/>
          <a:p>
            <a:pPr rtl="0"/>
            <a:r>
              <a:rPr lang="en-US" noProof="0">
                <a:solidFill>
                  <a:schemeClr val="tx2"/>
                </a:solidFill>
                <a:latin typeface="gg sans"/>
              </a:rPr>
              <a:t>After installing the app, Andrzej quickly sets up his profile thanks to the simple interface. Within five minutes of searching, he finds a small group of eight people. Everyone in the group is very friendly, sharing daily updates about their day, how they’re feeling, and what helps them in their recovery journey. This shared support makes it easier for everyone in the group, including Andrzej, to navigate their treatment. Andrzej decides to tell his cousin on the other side of the family about the app.</a:t>
            </a:r>
            <a:endParaRPr lang="en-AU" noProof="0">
              <a:solidFill>
                <a:schemeClr val="tx2"/>
              </a:solidFill>
              <a:latin typeface="gg sans"/>
            </a:endParaRPr>
          </a:p>
        </p:txBody>
      </p:sp>
      <p:sp>
        <p:nvSpPr>
          <p:cNvPr id="43" name="Stopka — symbol zastępczy 42">
            <a:extLst>
              <a:ext uri="{FF2B5EF4-FFF2-40B4-BE49-F238E27FC236}">
                <a16:creationId xmlns:a16="http://schemas.microsoft.com/office/drawing/2014/main" id="{D26ED2AF-089F-A549-43FE-327C886B4326}"/>
              </a:ext>
            </a:extLst>
          </p:cNvPr>
          <p:cNvSpPr>
            <a:spLocks noGrp="1"/>
          </p:cNvSpPr>
          <p:nvPr>
            <p:ph type="ftr" sz="quarter" idx="21"/>
          </p:nvPr>
        </p:nvSpPr>
        <p:spPr>
          <a:xfrm>
            <a:off x="4038600" y="6356350"/>
            <a:ext cx="4114800" cy="365125"/>
          </a:xfrm>
        </p:spPr>
        <p:txBody>
          <a:bodyPr rtlCol="0"/>
          <a:lstStyle/>
          <a:p>
            <a:pPr rtl="0">
              <a:spcAft>
                <a:spcPts val="600"/>
              </a:spcAft>
            </a:pPr>
            <a:r>
              <a:rPr lang="en-AU" noProof="0">
                <a:solidFill>
                  <a:schemeClr val="bg1">
                    <a:lumMod val="85000"/>
                  </a:schemeClr>
                </a:solidFill>
              </a:rPr>
              <a:t>WebM8s</a:t>
            </a:r>
          </a:p>
        </p:txBody>
      </p:sp>
      <p:sp>
        <p:nvSpPr>
          <p:cNvPr id="3" name="Tekst — symbol zastępczy 2">
            <a:extLst>
              <a:ext uri="{FF2B5EF4-FFF2-40B4-BE49-F238E27FC236}">
                <a16:creationId xmlns:a16="http://schemas.microsoft.com/office/drawing/2014/main" id="{40DA4166-D31C-76FD-AFE6-C7FE8F71BECE}"/>
              </a:ext>
            </a:extLst>
          </p:cNvPr>
          <p:cNvSpPr>
            <a:spLocks noGrp="1"/>
          </p:cNvSpPr>
          <p:nvPr>
            <p:ph type="body" sz="quarter" idx="26"/>
          </p:nvPr>
        </p:nvSpPr>
        <p:spPr>
          <a:xfrm>
            <a:off x="8098751" y="1514007"/>
            <a:ext cx="3209544" cy="3678780"/>
          </a:xfrm>
        </p:spPr>
        <p:txBody>
          <a:bodyPr tIns="90000" rtlCol="0"/>
          <a:lstStyle/>
          <a:p>
            <a:pPr rtl="0"/>
            <a:r>
              <a:rPr lang="pl-PL" noProof="0" err="1">
                <a:solidFill>
                  <a:schemeClr val="tx2"/>
                </a:solidFill>
              </a:rPr>
              <a:t>Anastazia</a:t>
            </a:r>
            <a:endParaRPr lang="en-AU" noProof="0">
              <a:solidFill>
                <a:schemeClr val="tx2"/>
              </a:solidFill>
            </a:endParaRPr>
          </a:p>
        </p:txBody>
      </p:sp>
      <p:sp>
        <p:nvSpPr>
          <p:cNvPr id="8" name="Tekst — symbol zastępczy 7">
            <a:extLst>
              <a:ext uri="{FF2B5EF4-FFF2-40B4-BE49-F238E27FC236}">
                <a16:creationId xmlns:a16="http://schemas.microsoft.com/office/drawing/2014/main" id="{1C062A49-11B9-5B2C-F964-D049C71FE32D}"/>
              </a:ext>
            </a:extLst>
          </p:cNvPr>
          <p:cNvSpPr>
            <a:spLocks noGrp="1"/>
          </p:cNvSpPr>
          <p:nvPr>
            <p:ph type="body" sz="quarter" idx="27"/>
          </p:nvPr>
        </p:nvSpPr>
        <p:spPr>
          <a:xfrm>
            <a:off x="8331923" y="2098626"/>
            <a:ext cx="2743200" cy="3094160"/>
          </a:xfrm>
        </p:spPr>
        <p:txBody>
          <a:bodyPr rtlCol="0">
            <a:noAutofit/>
          </a:bodyPr>
          <a:lstStyle/>
          <a:p>
            <a:r>
              <a:rPr lang="en-US" err="1">
                <a:solidFill>
                  <a:schemeClr val="tx2"/>
                </a:solidFill>
                <a:latin typeface="gg sans"/>
              </a:rPr>
              <a:t>Anastaz</a:t>
            </a:r>
            <a:r>
              <a:rPr lang="pl-PL">
                <a:solidFill>
                  <a:schemeClr val="tx2"/>
                </a:solidFill>
                <a:latin typeface="gg sans"/>
              </a:rPr>
              <a:t>i</a:t>
            </a:r>
            <a:r>
              <a:rPr lang="en-US">
                <a:solidFill>
                  <a:schemeClr val="tx2"/>
                </a:solidFill>
                <a:latin typeface="gg sans"/>
              </a:rPr>
              <a:t>a was initially skeptical, but after creating her profile and finding one of the groups, her attitude shifted instantly. She enjoyed the app so much that she decided to join several more groups. Now, she engages daily in conversations with other group members and has noticed that she increasingly understands the deeper insights of directors and screenwriters.</a:t>
            </a:r>
            <a:endParaRPr lang="en-AU" noProof="0">
              <a:solidFill>
                <a:schemeClr val="tx2"/>
              </a:solidFill>
              <a:latin typeface="gg sans"/>
            </a:endParaRPr>
          </a:p>
        </p:txBody>
      </p:sp>
      <p:sp>
        <p:nvSpPr>
          <p:cNvPr id="44" name="Numer slajdu — symbol zastępczy 43">
            <a:extLst>
              <a:ext uri="{FF2B5EF4-FFF2-40B4-BE49-F238E27FC236}">
                <a16:creationId xmlns:a16="http://schemas.microsoft.com/office/drawing/2014/main" id="{3AD15638-A626-9F1C-4D2D-1B1445A7C3C9}"/>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AU" noProof="0" smtClean="0">
                <a:solidFill>
                  <a:schemeClr val="bg1">
                    <a:lumMod val="85000"/>
                  </a:schemeClr>
                </a:solidFill>
              </a:rPr>
              <a:pPr rtl="0"/>
              <a:t>6</a:t>
            </a:fld>
            <a:endParaRPr lang="en-AU" noProof="0">
              <a:solidFill>
                <a:schemeClr val="bg1">
                  <a:lumMod val="85000"/>
                </a:schemeClr>
              </a:solidFill>
            </a:endParaRPr>
          </a:p>
        </p:txBody>
      </p:sp>
    </p:spTree>
    <p:extLst>
      <p:ext uri="{BB962C8B-B14F-4D97-AF65-F5344CB8AC3E}">
        <p14:creationId xmlns:p14="http://schemas.microsoft.com/office/powerpoint/2010/main" val="3295484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2578952-E270-0157-9EBB-34147FB3FA20}"/>
              </a:ext>
            </a:extLst>
          </p:cNvPr>
          <p:cNvSpPr>
            <a:spLocks noGrp="1"/>
          </p:cNvSpPr>
          <p:nvPr>
            <p:ph type="title"/>
          </p:nvPr>
        </p:nvSpPr>
        <p:spPr>
          <a:xfrm>
            <a:off x="161081" y="75758"/>
            <a:ext cx="11777119" cy="1325563"/>
          </a:xfrm>
        </p:spPr>
        <p:txBody>
          <a:bodyPr/>
          <a:lstStyle/>
          <a:p>
            <a:pPr algn="ctr"/>
            <a:r>
              <a:rPr lang="pl-PL" b="1" dirty="0" err="1">
                <a:solidFill>
                  <a:schemeClr val="tx2"/>
                </a:solidFill>
                <a:latin typeface="Times New Roman"/>
                <a:cs typeface="Times New Roman"/>
              </a:rPr>
              <a:t>Functional</a:t>
            </a:r>
            <a:r>
              <a:rPr lang="pl-PL" b="1" dirty="0">
                <a:solidFill>
                  <a:schemeClr val="tx2"/>
                </a:solidFill>
                <a:latin typeface="Times New Roman"/>
                <a:cs typeface="Times New Roman"/>
              </a:rPr>
              <a:t> and Non-</a:t>
            </a:r>
            <a:r>
              <a:rPr lang="pl-PL" b="1" dirty="0" err="1">
                <a:solidFill>
                  <a:schemeClr val="tx2"/>
                </a:solidFill>
                <a:latin typeface="Times New Roman"/>
                <a:cs typeface="Times New Roman"/>
              </a:rPr>
              <a:t>Functional</a:t>
            </a:r>
            <a:r>
              <a:rPr lang="pl-PL" b="1" dirty="0">
                <a:solidFill>
                  <a:schemeClr val="tx2"/>
                </a:solidFill>
                <a:latin typeface="Times New Roman"/>
                <a:cs typeface="Times New Roman"/>
              </a:rPr>
              <a:t> </a:t>
            </a:r>
            <a:r>
              <a:rPr lang="pl-PL" b="1" dirty="0" err="1">
                <a:solidFill>
                  <a:schemeClr val="tx2"/>
                </a:solidFill>
                <a:latin typeface="Times New Roman"/>
                <a:cs typeface="Times New Roman"/>
              </a:rPr>
              <a:t>Requirements</a:t>
            </a:r>
            <a:endParaRPr lang="pl-PL" b="1" dirty="0">
              <a:solidFill>
                <a:schemeClr val="tx2"/>
              </a:solidFill>
              <a:latin typeface="Times New Roman"/>
              <a:cs typeface="Times New Roman"/>
            </a:endParaRPr>
          </a:p>
        </p:txBody>
      </p:sp>
      <p:sp>
        <p:nvSpPr>
          <p:cNvPr id="4" name="Symbol zastępczy tekstu 3">
            <a:extLst>
              <a:ext uri="{FF2B5EF4-FFF2-40B4-BE49-F238E27FC236}">
                <a16:creationId xmlns:a16="http://schemas.microsoft.com/office/drawing/2014/main" id="{54AE730C-D6DE-C90A-61D6-09178929AAE8}"/>
              </a:ext>
            </a:extLst>
          </p:cNvPr>
          <p:cNvSpPr>
            <a:spLocks noGrp="1"/>
          </p:cNvSpPr>
          <p:nvPr>
            <p:ph type="body" idx="1"/>
          </p:nvPr>
        </p:nvSpPr>
        <p:spPr>
          <a:xfrm>
            <a:off x="253800" y="1222010"/>
            <a:ext cx="3877519" cy="423019"/>
          </a:xfrm>
        </p:spPr>
        <p:txBody>
          <a:bodyPr vert="horz" lIns="91440" tIns="46800" rIns="91440" bIns="45720" rtlCol="0" anchor="t">
            <a:noAutofit/>
          </a:bodyPr>
          <a:lstStyle/>
          <a:p>
            <a:r>
              <a:rPr lang="pl-PL" b="1" err="1">
                <a:solidFill>
                  <a:schemeClr val="tx2"/>
                </a:solidFill>
                <a:latin typeface="gg sans"/>
                <a:cs typeface="Times New Roman"/>
              </a:rPr>
              <a:t>Functional</a:t>
            </a:r>
            <a:r>
              <a:rPr lang="pl-PL" b="1">
                <a:solidFill>
                  <a:schemeClr val="tx2"/>
                </a:solidFill>
                <a:latin typeface="gg sans"/>
                <a:cs typeface="Times New Roman"/>
              </a:rPr>
              <a:t>:</a:t>
            </a:r>
          </a:p>
        </p:txBody>
      </p:sp>
      <p:sp>
        <p:nvSpPr>
          <p:cNvPr id="7" name="Symbol zastępczy tekstu 6">
            <a:extLst>
              <a:ext uri="{FF2B5EF4-FFF2-40B4-BE49-F238E27FC236}">
                <a16:creationId xmlns:a16="http://schemas.microsoft.com/office/drawing/2014/main" id="{7F79374E-4D87-8093-3FDC-EEF8B6724258}"/>
              </a:ext>
            </a:extLst>
          </p:cNvPr>
          <p:cNvSpPr>
            <a:spLocks noGrp="1"/>
          </p:cNvSpPr>
          <p:nvPr>
            <p:ph sz="half" idx="2"/>
          </p:nvPr>
        </p:nvSpPr>
        <p:spPr>
          <a:xfrm>
            <a:off x="255390" y="1630415"/>
            <a:ext cx="8366895" cy="2265805"/>
          </a:xfrm>
        </p:spPr>
        <p:txBody>
          <a:bodyPr vert="horz" lIns="91440" tIns="45720" rIns="91440" bIns="45720" rtlCol="0" anchor="t">
            <a:noAutofit/>
          </a:bodyPr>
          <a:lstStyle/>
          <a:p>
            <a:pPr>
              <a:lnSpc>
                <a:spcPct val="100000"/>
              </a:lnSpc>
              <a:buFont typeface="Wingdings" panose="05000000000000000000" pitchFamily="2" charset="2"/>
              <a:buChar char="§"/>
            </a:pPr>
            <a:r>
              <a:rPr lang="pl-PL" b="1" dirty="0">
                <a:solidFill>
                  <a:schemeClr val="tx2"/>
                </a:solidFill>
                <a:latin typeface="gg sans"/>
                <a:ea typeface="+mn-lt"/>
                <a:cs typeface="+mn-lt"/>
              </a:rPr>
              <a:t>User </a:t>
            </a:r>
            <a:r>
              <a:rPr lang="pl-PL" b="1" dirty="0" err="1">
                <a:solidFill>
                  <a:schemeClr val="tx2"/>
                </a:solidFill>
                <a:latin typeface="gg sans"/>
                <a:ea typeface="+mn-lt"/>
                <a:cs typeface="+mn-lt"/>
              </a:rPr>
              <a:t>Registration</a:t>
            </a:r>
            <a:r>
              <a:rPr lang="pl-PL" b="1" dirty="0">
                <a:solidFill>
                  <a:schemeClr val="tx2"/>
                </a:solidFill>
                <a:latin typeface="gg sans"/>
                <a:ea typeface="+mn-lt"/>
                <a:cs typeface="+mn-lt"/>
              </a:rPr>
              <a:t> &amp; </a:t>
            </a:r>
            <a:r>
              <a:rPr lang="pl-PL" b="1" dirty="0" err="1">
                <a:solidFill>
                  <a:schemeClr val="tx2"/>
                </a:solidFill>
                <a:latin typeface="gg sans"/>
                <a:ea typeface="+mn-lt"/>
                <a:cs typeface="+mn-lt"/>
              </a:rPr>
              <a:t>Authentication</a:t>
            </a:r>
            <a:r>
              <a:rPr lang="pl-PL" b="1" dirty="0">
                <a:solidFill>
                  <a:schemeClr val="tx2"/>
                </a:solidFill>
                <a:latin typeface="gg sans"/>
                <a:ea typeface="+mn-lt"/>
                <a:cs typeface="+mn-lt"/>
              </a:rPr>
              <a:t>:</a:t>
            </a:r>
            <a:r>
              <a:rPr lang="pl-PL" dirty="0">
                <a:solidFill>
                  <a:schemeClr val="tx2"/>
                </a:solidFill>
                <a:latin typeface="gg sans"/>
                <a:ea typeface="+mn-lt"/>
                <a:cs typeface="+mn-lt"/>
              </a:rPr>
              <a:t> </a:t>
            </a:r>
            <a:r>
              <a:rPr lang="pl-PL" dirty="0" err="1">
                <a:solidFill>
                  <a:schemeClr val="tx2"/>
                </a:solidFill>
                <a:latin typeface="gg sans"/>
                <a:ea typeface="+mn-lt"/>
                <a:cs typeface="+mn-lt"/>
              </a:rPr>
              <a:t>Users</a:t>
            </a:r>
            <a:r>
              <a:rPr lang="pl-PL" dirty="0">
                <a:solidFill>
                  <a:schemeClr val="tx2"/>
                </a:solidFill>
                <a:latin typeface="gg sans"/>
                <a:ea typeface="+mn-lt"/>
                <a:cs typeface="+mn-lt"/>
              </a:rPr>
              <a:t> </a:t>
            </a:r>
            <a:r>
              <a:rPr lang="pl-PL" dirty="0" err="1">
                <a:solidFill>
                  <a:schemeClr val="tx2"/>
                </a:solidFill>
                <a:latin typeface="gg sans"/>
                <a:ea typeface="+mn-lt"/>
                <a:cs typeface="+mn-lt"/>
              </a:rPr>
              <a:t>can</a:t>
            </a:r>
            <a:r>
              <a:rPr lang="pl-PL" dirty="0">
                <a:solidFill>
                  <a:schemeClr val="tx2"/>
                </a:solidFill>
                <a:latin typeface="gg sans"/>
                <a:ea typeface="+mn-lt"/>
                <a:cs typeface="+mn-lt"/>
              </a:rPr>
              <a:t> </a:t>
            </a:r>
            <a:r>
              <a:rPr lang="pl-PL" dirty="0" err="1">
                <a:solidFill>
                  <a:schemeClr val="tx2"/>
                </a:solidFill>
                <a:latin typeface="gg sans"/>
                <a:ea typeface="+mn-lt"/>
                <a:cs typeface="+mn-lt"/>
              </a:rPr>
              <a:t>create</a:t>
            </a:r>
            <a:r>
              <a:rPr lang="pl-PL" dirty="0">
                <a:solidFill>
                  <a:schemeClr val="tx2"/>
                </a:solidFill>
                <a:latin typeface="gg sans"/>
                <a:ea typeface="+mn-lt"/>
                <a:cs typeface="+mn-lt"/>
              </a:rPr>
              <a:t> </a:t>
            </a:r>
            <a:r>
              <a:rPr lang="pl-PL" dirty="0" err="1">
                <a:solidFill>
                  <a:schemeClr val="tx2"/>
                </a:solidFill>
                <a:latin typeface="gg sans"/>
                <a:ea typeface="+mn-lt"/>
                <a:cs typeface="+mn-lt"/>
              </a:rPr>
              <a:t>accounts</a:t>
            </a:r>
            <a:r>
              <a:rPr lang="pl-PL" dirty="0">
                <a:solidFill>
                  <a:schemeClr val="tx2"/>
                </a:solidFill>
                <a:latin typeface="gg sans"/>
                <a:ea typeface="+mn-lt"/>
                <a:cs typeface="+mn-lt"/>
              </a:rPr>
              <a:t> and log in </a:t>
            </a:r>
            <a:r>
              <a:rPr lang="pl-PL" dirty="0" err="1">
                <a:solidFill>
                  <a:schemeClr val="tx2"/>
                </a:solidFill>
                <a:latin typeface="gg sans"/>
                <a:ea typeface="+mn-lt"/>
                <a:cs typeface="+mn-lt"/>
              </a:rPr>
              <a:t>securely</a:t>
            </a:r>
            <a:r>
              <a:rPr lang="pl-PL" dirty="0">
                <a:solidFill>
                  <a:schemeClr val="tx2"/>
                </a:solidFill>
                <a:latin typeface="gg sans"/>
                <a:ea typeface="+mn-lt"/>
                <a:cs typeface="+mn-lt"/>
              </a:rPr>
              <a:t>.</a:t>
            </a:r>
            <a:endParaRPr lang="pl-PL" dirty="0">
              <a:solidFill>
                <a:schemeClr val="tx2"/>
              </a:solidFill>
              <a:latin typeface="gg sans"/>
              <a:ea typeface="Source Sans Pro Light"/>
            </a:endParaRPr>
          </a:p>
          <a:p>
            <a:pPr>
              <a:lnSpc>
                <a:spcPct val="100000"/>
              </a:lnSpc>
              <a:buFont typeface="Wingdings" panose="05000000000000000000" pitchFamily="2" charset="2"/>
              <a:buChar char="§"/>
            </a:pPr>
            <a:r>
              <a:rPr lang="pl-PL" b="1" dirty="0" err="1">
                <a:solidFill>
                  <a:schemeClr val="tx2"/>
                </a:solidFill>
                <a:latin typeface="gg sans"/>
                <a:ea typeface="+mn-lt"/>
                <a:cs typeface="+mn-lt"/>
              </a:rPr>
              <a:t>Interest-Based</a:t>
            </a:r>
            <a:r>
              <a:rPr lang="pl-PL" b="1" dirty="0">
                <a:solidFill>
                  <a:schemeClr val="tx2"/>
                </a:solidFill>
                <a:latin typeface="gg sans"/>
                <a:ea typeface="+mn-lt"/>
                <a:cs typeface="+mn-lt"/>
              </a:rPr>
              <a:t> </a:t>
            </a:r>
            <a:r>
              <a:rPr lang="pl-PL" b="1" dirty="0" err="1">
                <a:solidFill>
                  <a:schemeClr val="tx2"/>
                </a:solidFill>
                <a:latin typeface="gg sans"/>
                <a:ea typeface="+mn-lt"/>
                <a:cs typeface="+mn-lt"/>
              </a:rPr>
              <a:t>Filtering</a:t>
            </a:r>
            <a:r>
              <a:rPr lang="pl-PL" b="1" dirty="0">
                <a:solidFill>
                  <a:schemeClr val="tx2"/>
                </a:solidFill>
                <a:latin typeface="gg sans"/>
                <a:ea typeface="+mn-lt"/>
                <a:cs typeface="+mn-lt"/>
              </a:rPr>
              <a:t>:</a:t>
            </a:r>
            <a:r>
              <a:rPr lang="pl-PL" dirty="0">
                <a:solidFill>
                  <a:schemeClr val="tx2"/>
                </a:solidFill>
                <a:latin typeface="gg sans"/>
                <a:ea typeface="+mn-lt"/>
                <a:cs typeface="+mn-lt"/>
              </a:rPr>
              <a:t> </a:t>
            </a:r>
            <a:r>
              <a:rPr lang="pl-PL" dirty="0" err="1">
                <a:solidFill>
                  <a:schemeClr val="tx2"/>
                </a:solidFill>
                <a:latin typeface="gg sans"/>
                <a:ea typeface="+mn-lt"/>
                <a:cs typeface="+mn-lt"/>
              </a:rPr>
              <a:t>Customizable</a:t>
            </a:r>
            <a:r>
              <a:rPr lang="pl-PL" dirty="0">
                <a:solidFill>
                  <a:schemeClr val="tx2"/>
                </a:solidFill>
                <a:latin typeface="gg sans"/>
                <a:ea typeface="+mn-lt"/>
                <a:cs typeface="+mn-lt"/>
              </a:rPr>
              <a:t> </a:t>
            </a:r>
            <a:r>
              <a:rPr lang="pl-PL" dirty="0" err="1">
                <a:solidFill>
                  <a:schemeClr val="tx2"/>
                </a:solidFill>
                <a:latin typeface="gg sans"/>
                <a:ea typeface="+mn-lt"/>
                <a:cs typeface="+mn-lt"/>
              </a:rPr>
              <a:t>profiles</a:t>
            </a:r>
            <a:r>
              <a:rPr lang="pl-PL" dirty="0">
                <a:solidFill>
                  <a:schemeClr val="tx2"/>
                </a:solidFill>
                <a:latin typeface="gg sans"/>
                <a:ea typeface="+mn-lt"/>
                <a:cs typeface="+mn-lt"/>
              </a:rPr>
              <a:t> to </a:t>
            </a:r>
            <a:r>
              <a:rPr lang="pl-PL" dirty="0" err="1">
                <a:solidFill>
                  <a:schemeClr val="tx2"/>
                </a:solidFill>
                <a:latin typeface="gg sans"/>
                <a:ea typeface="+mn-lt"/>
                <a:cs typeface="+mn-lt"/>
              </a:rPr>
              <a:t>match</a:t>
            </a:r>
            <a:r>
              <a:rPr lang="pl-PL" dirty="0">
                <a:solidFill>
                  <a:schemeClr val="tx2"/>
                </a:solidFill>
                <a:latin typeface="gg sans"/>
                <a:ea typeface="+mn-lt"/>
                <a:cs typeface="+mn-lt"/>
              </a:rPr>
              <a:t> </a:t>
            </a:r>
            <a:r>
              <a:rPr lang="pl-PL" dirty="0" err="1">
                <a:solidFill>
                  <a:schemeClr val="tx2"/>
                </a:solidFill>
                <a:latin typeface="gg sans"/>
                <a:ea typeface="+mn-lt"/>
                <a:cs typeface="+mn-lt"/>
              </a:rPr>
              <a:t>users</a:t>
            </a:r>
            <a:r>
              <a:rPr lang="pl-PL" dirty="0">
                <a:solidFill>
                  <a:schemeClr val="tx2"/>
                </a:solidFill>
                <a:latin typeface="gg sans"/>
                <a:ea typeface="+mn-lt"/>
                <a:cs typeface="+mn-lt"/>
              </a:rPr>
              <a:t> with </a:t>
            </a:r>
            <a:r>
              <a:rPr lang="pl-PL" dirty="0" err="1">
                <a:solidFill>
                  <a:schemeClr val="tx2"/>
                </a:solidFill>
                <a:latin typeface="gg sans"/>
                <a:ea typeface="+mn-lt"/>
                <a:cs typeface="+mn-lt"/>
              </a:rPr>
              <a:t>groups</a:t>
            </a:r>
            <a:r>
              <a:rPr lang="pl-PL" dirty="0">
                <a:solidFill>
                  <a:schemeClr val="tx2"/>
                </a:solidFill>
                <a:latin typeface="gg sans"/>
                <a:ea typeface="+mn-lt"/>
                <a:cs typeface="+mn-lt"/>
              </a:rPr>
              <a:t> of </a:t>
            </a:r>
            <a:r>
              <a:rPr lang="pl-PL" dirty="0" err="1">
                <a:solidFill>
                  <a:schemeClr val="tx2"/>
                </a:solidFill>
                <a:latin typeface="gg sans"/>
                <a:ea typeface="+mn-lt"/>
                <a:cs typeface="+mn-lt"/>
              </a:rPr>
              <a:t>similar</a:t>
            </a:r>
            <a:r>
              <a:rPr lang="pl-PL" dirty="0">
                <a:solidFill>
                  <a:schemeClr val="tx2"/>
                </a:solidFill>
                <a:latin typeface="gg sans"/>
                <a:ea typeface="+mn-lt"/>
                <a:cs typeface="+mn-lt"/>
              </a:rPr>
              <a:t> </a:t>
            </a:r>
            <a:r>
              <a:rPr lang="pl-PL" dirty="0" err="1">
                <a:solidFill>
                  <a:schemeClr val="tx2"/>
                </a:solidFill>
                <a:latin typeface="gg sans"/>
                <a:ea typeface="+mn-lt"/>
                <a:cs typeface="+mn-lt"/>
              </a:rPr>
              <a:t>interests</a:t>
            </a:r>
            <a:r>
              <a:rPr lang="pl-PL" dirty="0">
                <a:solidFill>
                  <a:schemeClr val="tx2"/>
                </a:solidFill>
                <a:latin typeface="gg sans"/>
                <a:ea typeface="+mn-lt"/>
                <a:cs typeface="+mn-lt"/>
              </a:rPr>
              <a:t>.</a:t>
            </a:r>
            <a:endParaRPr lang="pl-PL" dirty="0">
              <a:solidFill>
                <a:schemeClr val="tx2"/>
              </a:solidFill>
              <a:latin typeface="gg sans"/>
              <a:ea typeface="Source Sans Pro Light"/>
            </a:endParaRPr>
          </a:p>
          <a:p>
            <a:pPr>
              <a:lnSpc>
                <a:spcPct val="100000"/>
              </a:lnSpc>
              <a:buFont typeface="Wingdings" panose="05000000000000000000" pitchFamily="2" charset="2"/>
              <a:buChar char="§"/>
            </a:pPr>
            <a:r>
              <a:rPr lang="pl-PL" b="1" dirty="0" err="1">
                <a:solidFill>
                  <a:schemeClr val="tx2"/>
                </a:solidFill>
                <a:latin typeface="gg sans"/>
                <a:ea typeface="+mn-lt"/>
                <a:cs typeface="+mn-lt"/>
              </a:rPr>
              <a:t>Group</a:t>
            </a:r>
            <a:r>
              <a:rPr lang="pl-PL" b="1" dirty="0">
                <a:solidFill>
                  <a:schemeClr val="tx2"/>
                </a:solidFill>
                <a:latin typeface="gg sans"/>
                <a:ea typeface="+mn-lt"/>
                <a:cs typeface="+mn-lt"/>
              </a:rPr>
              <a:t> </a:t>
            </a:r>
            <a:r>
              <a:rPr lang="pl-PL" b="1" dirty="0" err="1">
                <a:solidFill>
                  <a:schemeClr val="tx2"/>
                </a:solidFill>
                <a:latin typeface="gg sans"/>
                <a:ea typeface="+mn-lt"/>
                <a:cs typeface="+mn-lt"/>
              </a:rPr>
              <a:t>Creation</a:t>
            </a:r>
            <a:r>
              <a:rPr lang="pl-PL" b="1" dirty="0">
                <a:solidFill>
                  <a:schemeClr val="tx2"/>
                </a:solidFill>
                <a:latin typeface="gg sans"/>
                <a:ea typeface="+mn-lt"/>
                <a:cs typeface="+mn-lt"/>
              </a:rPr>
              <a:t> &amp; Management:</a:t>
            </a:r>
            <a:r>
              <a:rPr lang="pl-PL" dirty="0">
                <a:solidFill>
                  <a:schemeClr val="tx2"/>
                </a:solidFill>
                <a:latin typeface="gg sans"/>
                <a:ea typeface="+mn-lt"/>
                <a:cs typeface="+mn-lt"/>
              </a:rPr>
              <a:t> </a:t>
            </a:r>
            <a:r>
              <a:rPr lang="pl-PL" dirty="0" err="1">
                <a:solidFill>
                  <a:schemeClr val="tx2"/>
                </a:solidFill>
                <a:latin typeface="gg sans"/>
                <a:ea typeface="+mn-lt"/>
                <a:cs typeface="+mn-lt"/>
              </a:rPr>
              <a:t>Users</a:t>
            </a:r>
            <a:r>
              <a:rPr lang="pl-PL" dirty="0">
                <a:solidFill>
                  <a:schemeClr val="tx2"/>
                </a:solidFill>
                <a:latin typeface="gg sans"/>
                <a:ea typeface="+mn-lt"/>
                <a:cs typeface="+mn-lt"/>
              </a:rPr>
              <a:t> </a:t>
            </a:r>
            <a:r>
              <a:rPr lang="pl-PL" dirty="0" err="1">
                <a:solidFill>
                  <a:schemeClr val="tx2"/>
                </a:solidFill>
                <a:latin typeface="gg sans"/>
                <a:ea typeface="+mn-lt"/>
                <a:cs typeface="+mn-lt"/>
              </a:rPr>
              <a:t>can</a:t>
            </a:r>
            <a:r>
              <a:rPr lang="pl-PL" dirty="0">
                <a:solidFill>
                  <a:schemeClr val="tx2"/>
                </a:solidFill>
                <a:latin typeface="gg sans"/>
                <a:ea typeface="+mn-lt"/>
                <a:cs typeface="+mn-lt"/>
              </a:rPr>
              <a:t> </a:t>
            </a:r>
            <a:r>
              <a:rPr lang="pl-PL" dirty="0" err="1">
                <a:solidFill>
                  <a:schemeClr val="tx2"/>
                </a:solidFill>
                <a:latin typeface="gg sans"/>
                <a:ea typeface="+mn-lt"/>
                <a:cs typeface="+mn-lt"/>
              </a:rPr>
              <a:t>create</a:t>
            </a:r>
            <a:r>
              <a:rPr lang="pl-PL" dirty="0">
                <a:solidFill>
                  <a:schemeClr val="tx2"/>
                </a:solidFill>
                <a:latin typeface="gg sans"/>
                <a:ea typeface="+mn-lt"/>
                <a:cs typeface="+mn-lt"/>
              </a:rPr>
              <a:t> </a:t>
            </a:r>
            <a:r>
              <a:rPr lang="pl-PL" dirty="0" err="1">
                <a:solidFill>
                  <a:schemeClr val="tx2"/>
                </a:solidFill>
                <a:latin typeface="gg sans"/>
                <a:ea typeface="+mn-lt"/>
                <a:cs typeface="+mn-lt"/>
              </a:rPr>
              <a:t>new</a:t>
            </a:r>
            <a:r>
              <a:rPr lang="pl-PL" dirty="0">
                <a:solidFill>
                  <a:schemeClr val="tx2"/>
                </a:solidFill>
                <a:latin typeface="gg sans"/>
                <a:ea typeface="+mn-lt"/>
                <a:cs typeface="+mn-lt"/>
              </a:rPr>
              <a:t> </a:t>
            </a:r>
            <a:r>
              <a:rPr lang="pl-PL" dirty="0" err="1">
                <a:solidFill>
                  <a:schemeClr val="tx2"/>
                </a:solidFill>
                <a:latin typeface="gg sans"/>
                <a:ea typeface="+mn-lt"/>
                <a:cs typeface="+mn-lt"/>
              </a:rPr>
              <a:t>groups</a:t>
            </a:r>
            <a:r>
              <a:rPr lang="pl-PL" dirty="0">
                <a:solidFill>
                  <a:schemeClr val="tx2"/>
                </a:solidFill>
                <a:latin typeface="gg sans"/>
                <a:ea typeface="+mn-lt"/>
                <a:cs typeface="+mn-lt"/>
              </a:rPr>
              <a:t>, </a:t>
            </a:r>
            <a:r>
              <a:rPr lang="pl-PL" dirty="0" err="1">
                <a:solidFill>
                  <a:schemeClr val="tx2"/>
                </a:solidFill>
                <a:latin typeface="gg sans"/>
                <a:ea typeface="+mn-lt"/>
                <a:cs typeface="+mn-lt"/>
              </a:rPr>
              <a:t>invite</a:t>
            </a:r>
            <a:r>
              <a:rPr lang="pl-PL" dirty="0">
                <a:solidFill>
                  <a:schemeClr val="tx2"/>
                </a:solidFill>
                <a:latin typeface="gg sans"/>
                <a:ea typeface="+mn-lt"/>
                <a:cs typeface="+mn-lt"/>
              </a:rPr>
              <a:t> </a:t>
            </a:r>
            <a:r>
              <a:rPr lang="pl-PL" dirty="0" err="1">
                <a:solidFill>
                  <a:schemeClr val="tx2"/>
                </a:solidFill>
                <a:latin typeface="gg sans"/>
                <a:ea typeface="+mn-lt"/>
                <a:cs typeface="+mn-lt"/>
              </a:rPr>
              <a:t>others</a:t>
            </a:r>
            <a:r>
              <a:rPr lang="pl-PL" dirty="0">
                <a:solidFill>
                  <a:schemeClr val="tx2"/>
                </a:solidFill>
                <a:latin typeface="gg sans"/>
                <a:ea typeface="+mn-lt"/>
                <a:cs typeface="+mn-lt"/>
              </a:rPr>
              <a:t>, and </a:t>
            </a:r>
            <a:r>
              <a:rPr lang="pl-PL" dirty="0" err="1">
                <a:solidFill>
                  <a:schemeClr val="tx2"/>
                </a:solidFill>
                <a:latin typeface="gg sans"/>
                <a:ea typeface="+mn-lt"/>
                <a:cs typeface="+mn-lt"/>
              </a:rPr>
              <a:t>manage</a:t>
            </a:r>
            <a:r>
              <a:rPr lang="pl-PL" dirty="0">
                <a:solidFill>
                  <a:schemeClr val="tx2"/>
                </a:solidFill>
                <a:latin typeface="gg sans"/>
                <a:ea typeface="+mn-lt"/>
                <a:cs typeface="+mn-lt"/>
              </a:rPr>
              <a:t> </a:t>
            </a:r>
            <a:r>
              <a:rPr lang="pl-PL" dirty="0" err="1">
                <a:solidFill>
                  <a:schemeClr val="tx2"/>
                </a:solidFill>
                <a:latin typeface="gg sans"/>
                <a:ea typeface="+mn-lt"/>
                <a:cs typeface="+mn-lt"/>
              </a:rPr>
              <a:t>them</a:t>
            </a:r>
            <a:r>
              <a:rPr lang="pl-PL" dirty="0">
                <a:solidFill>
                  <a:schemeClr val="tx2"/>
                </a:solidFill>
                <a:latin typeface="gg sans"/>
                <a:ea typeface="+mn-lt"/>
                <a:cs typeface="+mn-lt"/>
              </a:rPr>
              <a:t>.</a:t>
            </a:r>
          </a:p>
          <a:p>
            <a:pPr>
              <a:lnSpc>
                <a:spcPct val="100000"/>
              </a:lnSpc>
              <a:buFont typeface="Wingdings" panose="05000000000000000000" pitchFamily="2" charset="2"/>
              <a:buChar char="§"/>
            </a:pPr>
            <a:r>
              <a:rPr lang="pl-PL" b="1" dirty="0">
                <a:solidFill>
                  <a:schemeClr val="tx2"/>
                </a:solidFill>
                <a:latin typeface="gg sans"/>
                <a:ea typeface="+mn-lt"/>
                <a:cs typeface="+mn-lt"/>
              </a:rPr>
              <a:t>Chat &amp; </a:t>
            </a:r>
            <a:r>
              <a:rPr lang="pl-PL" b="1" dirty="0" err="1">
                <a:solidFill>
                  <a:schemeClr val="tx2"/>
                </a:solidFill>
                <a:latin typeface="gg sans"/>
                <a:ea typeface="+mn-lt"/>
                <a:cs typeface="+mn-lt"/>
              </a:rPr>
              <a:t>Communication</a:t>
            </a:r>
            <a:r>
              <a:rPr lang="pl-PL" b="1" dirty="0">
                <a:solidFill>
                  <a:schemeClr val="tx2"/>
                </a:solidFill>
                <a:latin typeface="gg sans"/>
                <a:ea typeface="+mn-lt"/>
                <a:cs typeface="+mn-lt"/>
              </a:rPr>
              <a:t> Tools:</a:t>
            </a:r>
            <a:r>
              <a:rPr lang="pl-PL" dirty="0">
                <a:solidFill>
                  <a:schemeClr val="tx2"/>
                </a:solidFill>
                <a:latin typeface="gg sans"/>
                <a:ea typeface="+mn-lt"/>
                <a:cs typeface="+mn-lt"/>
              </a:rPr>
              <a:t> Real-</a:t>
            </a:r>
            <a:r>
              <a:rPr lang="pl-PL" dirty="0" err="1">
                <a:solidFill>
                  <a:schemeClr val="tx2"/>
                </a:solidFill>
                <a:latin typeface="gg sans"/>
                <a:ea typeface="+mn-lt"/>
                <a:cs typeface="+mn-lt"/>
              </a:rPr>
              <a:t>time</a:t>
            </a:r>
            <a:r>
              <a:rPr lang="pl-PL" dirty="0">
                <a:solidFill>
                  <a:schemeClr val="tx2"/>
                </a:solidFill>
                <a:latin typeface="gg sans"/>
                <a:ea typeface="+mn-lt"/>
                <a:cs typeface="+mn-lt"/>
              </a:rPr>
              <a:t> </a:t>
            </a:r>
            <a:r>
              <a:rPr lang="pl-PL" dirty="0" err="1">
                <a:solidFill>
                  <a:schemeClr val="tx2"/>
                </a:solidFill>
                <a:latin typeface="gg sans"/>
                <a:ea typeface="+mn-lt"/>
                <a:cs typeface="+mn-lt"/>
              </a:rPr>
              <a:t>messaging</a:t>
            </a:r>
            <a:r>
              <a:rPr lang="pl-PL" dirty="0">
                <a:solidFill>
                  <a:schemeClr val="tx2"/>
                </a:solidFill>
                <a:latin typeface="gg sans"/>
                <a:ea typeface="+mn-lt"/>
                <a:cs typeface="+mn-lt"/>
              </a:rPr>
              <a:t> to </a:t>
            </a:r>
            <a:r>
              <a:rPr lang="pl-PL" dirty="0" err="1">
                <a:solidFill>
                  <a:schemeClr val="tx2"/>
                </a:solidFill>
                <a:latin typeface="gg sans"/>
                <a:ea typeface="+mn-lt"/>
                <a:cs typeface="+mn-lt"/>
              </a:rPr>
              <a:t>facilitate</a:t>
            </a:r>
            <a:r>
              <a:rPr lang="pl-PL" dirty="0">
                <a:solidFill>
                  <a:schemeClr val="tx2"/>
                </a:solidFill>
                <a:latin typeface="gg sans"/>
                <a:ea typeface="+mn-lt"/>
                <a:cs typeface="+mn-lt"/>
              </a:rPr>
              <a:t> </a:t>
            </a:r>
            <a:r>
              <a:rPr lang="pl-PL" dirty="0" err="1">
                <a:solidFill>
                  <a:schemeClr val="tx2"/>
                </a:solidFill>
                <a:latin typeface="gg sans"/>
                <a:ea typeface="+mn-lt"/>
                <a:cs typeface="+mn-lt"/>
              </a:rPr>
              <a:t>communication</a:t>
            </a:r>
            <a:r>
              <a:rPr lang="pl-PL" dirty="0">
                <a:solidFill>
                  <a:schemeClr val="tx2"/>
                </a:solidFill>
                <a:latin typeface="gg sans"/>
                <a:ea typeface="+mn-lt"/>
                <a:cs typeface="+mn-lt"/>
              </a:rPr>
              <a:t> </a:t>
            </a:r>
            <a:r>
              <a:rPr lang="pl-PL" dirty="0" err="1">
                <a:solidFill>
                  <a:schemeClr val="tx2"/>
                </a:solidFill>
                <a:latin typeface="gg sans"/>
                <a:ea typeface="+mn-lt"/>
                <a:cs typeface="+mn-lt"/>
              </a:rPr>
              <a:t>within</a:t>
            </a:r>
            <a:r>
              <a:rPr lang="pl-PL" dirty="0">
                <a:solidFill>
                  <a:schemeClr val="tx2"/>
                </a:solidFill>
                <a:latin typeface="gg sans"/>
                <a:ea typeface="+mn-lt"/>
                <a:cs typeface="+mn-lt"/>
              </a:rPr>
              <a:t> </a:t>
            </a:r>
            <a:r>
              <a:rPr lang="pl-PL" dirty="0" err="1">
                <a:solidFill>
                  <a:schemeClr val="tx2"/>
                </a:solidFill>
                <a:latin typeface="gg sans"/>
                <a:ea typeface="+mn-lt"/>
                <a:cs typeface="+mn-lt"/>
              </a:rPr>
              <a:t>groups</a:t>
            </a:r>
            <a:r>
              <a:rPr lang="pl-PL" dirty="0">
                <a:solidFill>
                  <a:schemeClr val="tx2"/>
                </a:solidFill>
                <a:latin typeface="gg sans"/>
                <a:ea typeface="+mn-lt"/>
                <a:cs typeface="+mn-lt"/>
              </a:rPr>
              <a:t>.</a:t>
            </a:r>
          </a:p>
          <a:p>
            <a:pPr>
              <a:lnSpc>
                <a:spcPct val="100000"/>
              </a:lnSpc>
              <a:buFont typeface="Wingdings" panose="05000000000000000000" pitchFamily="2" charset="2"/>
              <a:buChar char="§"/>
            </a:pPr>
            <a:r>
              <a:rPr lang="pl-PL" b="1" dirty="0">
                <a:solidFill>
                  <a:schemeClr val="tx2"/>
                </a:solidFill>
                <a:latin typeface="gg sans"/>
                <a:ea typeface="+mn-lt"/>
                <a:cs typeface="+mn-lt"/>
              </a:rPr>
              <a:t>Content </a:t>
            </a:r>
            <a:r>
              <a:rPr lang="pl-PL" b="1" dirty="0" err="1">
                <a:solidFill>
                  <a:schemeClr val="tx2"/>
                </a:solidFill>
                <a:latin typeface="gg sans"/>
                <a:ea typeface="+mn-lt"/>
                <a:cs typeface="+mn-lt"/>
              </a:rPr>
              <a:t>Sharing</a:t>
            </a:r>
            <a:r>
              <a:rPr lang="pl-PL" b="1" dirty="0">
                <a:solidFill>
                  <a:schemeClr val="tx2"/>
                </a:solidFill>
                <a:latin typeface="gg sans"/>
                <a:ea typeface="+mn-lt"/>
                <a:cs typeface="+mn-lt"/>
              </a:rPr>
              <a:t>: </a:t>
            </a:r>
            <a:r>
              <a:rPr lang="pl-PL" dirty="0" err="1">
                <a:solidFill>
                  <a:schemeClr val="tx2"/>
                </a:solidFill>
                <a:latin typeface="gg sans"/>
                <a:ea typeface="+mn-lt"/>
                <a:cs typeface="+mn-lt"/>
              </a:rPr>
              <a:t>Allows</a:t>
            </a:r>
            <a:r>
              <a:rPr lang="pl-PL" dirty="0">
                <a:solidFill>
                  <a:schemeClr val="tx2"/>
                </a:solidFill>
                <a:latin typeface="gg sans"/>
                <a:ea typeface="+mn-lt"/>
                <a:cs typeface="+mn-lt"/>
              </a:rPr>
              <a:t> </a:t>
            </a:r>
            <a:r>
              <a:rPr lang="pl-PL" dirty="0" err="1">
                <a:solidFill>
                  <a:schemeClr val="tx2"/>
                </a:solidFill>
                <a:latin typeface="gg sans"/>
                <a:ea typeface="+mn-lt"/>
                <a:cs typeface="+mn-lt"/>
              </a:rPr>
              <a:t>users</a:t>
            </a:r>
            <a:r>
              <a:rPr lang="pl-PL" dirty="0">
                <a:solidFill>
                  <a:schemeClr val="tx2"/>
                </a:solidFill>
                <a:latin typeface="gg sans"/>
                <a:ea typeface="+mn-lt"/>
                <a:cs typeface="+mn-lt"/>
              </a:rPr>
              <a:t> to </a:t>
            </a:r>
            <a:r>
              <a:rPr lang="pl-PL" dirty="0" err="1">
                <a:solidFill>
                  <a:schemeClr val="tx2"/>
                </a:solidFill>
                <a:latin typeface="gg sans"/>
                <a:ea typeface="+mn-lt"/>
                <a:cs typeface="+mn-lt"/>
              </a:rPr>
              <a:t>share</a:t>
            </a:r>
            <a:r>
              <a:rPr lang="pl-PL" dirty="0">
                <a:solidFill>
                  <a:schemeClr val="tx2"/>
                </a:solidFill>
                <a:latin typeface="gg sans"/>
                <a:ea typeface="+mn-lt"/>
                <a:cs typeface="+mn-lt"/>
              </a:rPr>
              <a:t> </a:t>
            </a:r>
            <a:r>
              <a:rPr lang="pl-PL" dirty="0" err="1">
                <a:solidFill>
                  <a:schemeClr val="tx2"/>
                </a:solidFill>
                <a:latin typeface="gg sans"/>
                <a:ea typeface="+mn-lt"/>
                <a:cs typeface="+mn-lt"/>
              </a:rPr>
              <a:t>files</a:t>
            </a:r>
            <a:r>
              <a:rPr lang="pl-PL" dirty="0">
                <a:solidFill>
                  <a:schemeClr val="tx2"/>
                </a:solidFill>
                <a:latin typeface="gg sans"/>
                <a:ea typeface="+mn-lt"/>
                <a:cs typeface="+mn-lt"/>
              </a:rPr>
              <a:t>, </a:t>
            </a:r>
            <a:r>
              <a:rPr lang="pl-PL" dirty="0" err="1">
                <a:solidFill>
                  <a:schemeClr val="tx2"/>
                </a:solidFill>
                <a:latin typeface="gg sans"/>
                <a:ea typeface="+mn-lt"/>
                <a:cs typeface="+mn-lt"/>
              </a:rPr>
              <a:t>images</a:t>
            </a:r>
            <a:r>
              <a:rPr lang="pl-PL" dirty="0">
                <a:solidFill>
                  <a:schemeClr val="tx2"/>
                </a:solidFill>
                <a:latin typeface="gg sans"/>
                <a:ea typeface="+mn-lt"/>
                <a:cs typeface="+mn-lt"/>
              </a:rPr>
              <a:t>, and </a:t>
            </a:r>
            <a:r>
              <a:rPr lang="pl-PL" dirty="0" err="1">
                <a:solidFill>
                  <a:schemeClr val="tx2"/>
                </a:solidFill>
                <a:latin typeface="gg sans"/>
                <a:ea typeface="+mn-lt"/>
                <a:cs typeface="+mn-lt"/>
              </a:rPr>
              <a:t>links</a:t>
            </a:r>
            <a:r>
              <a:rPr lang="pl-PL" dirty="0">
                <a:solidFill>
                  <a:schemeClr val="tx2"/>
                </a:solidFill>
                <a:latin typeface="gg sans"/>
                <a:ea typeface="+mn-lt"/>
                <a:cs typeface="+mn-lt"/>
              </a:rPr>
              <a:t> </a:t>
            </a:r>
            <a:r>
              <a:rPr lang="pl-PL" dirty="0" err="1">
                <a:solidFill>
                  <a:schemeClr val="tx2"/>
                </a:solidFill>
                <a:latin typeface="gg sans"/>
                <a:ea typeface="+mn-lt"/>
                <a:cs typeface="+mn-lt"/>
              </a:rPr>
              <a:t>within</a:t>
            </a:r>
            <a:r>
              <a:rPr lang="pl-PL" dirty="0">
                <a:solidFill>
                  <a:schemeClr val="tx2"/>
                </a:solidFill>
                <a:latin typeface="gg sans"/>
                <a:ea typeface="+mn-lt"/>
                <a:cs typeface="+mn-lt"/>
              </a:rPr>
              <a:t> </a:t>
            </a:r>
            <a:r>
              <a:rPr lang="pl-PL" dirty="0" err="1">
                <a:solidFill>
                  <a:schemeClr val="tx2"/>
                </a:solidFill>
                <a:latin typeface="gg sans"/>
                <a:ea typeface="+mn-lt"/>
                <a:cs typeface="+mn-lt"/>
              </a:rPr>
              <a:t>group</a:t>
            </a:r>
            <a:r>
              <a:rPr lang="pl-PL" dirty="0">
                <a:solidFill>
                  <a:schemeClr val="tx2"/>
                </a:solidFill>
                <a:latin typeface="gg sans"/>
                <a:ea typeface="+mn-lt"/>
                <a:cs typeface="+mn-lt"/>
              </a:rPr>
              <a:t> </a:t>
            </a:r>
            <a:r>
              <a:rPr lang="pl-PL" dirty="0" err="1">
                <a:solidFill>
                  <a:schemeClr val="tx2"/>
                </a:solidFill>
                <a:latin typeface="gg sans"/>
                <a:ea typeface="+mn-lt"/>
                <a:cs typeface="+mn-lt"/>
              </a:rPr>
              <a:t>discussions</a:t>
            </a:r>
            <a:r>
              <a:rPr lang="pl-PL" dirty="0">
                <a:solidFill>
                  <a:schemeClr val="tx2"/>
                </a:solidFill>
                <a:latin typeface="gg sans"/>
                <a:ea typeface="+mn-lt"/>
                <a:cs typeface="+mn-lt"/>
              </a:rPr>
              <a:t>.</a:t>
            </a:r>
          </a:p>
          <a:p>
            <a:pPr>
              <a:lnSpc>
                <a:spcPct val="100000"/>
              </a:lnSpc>
              <a:buFont typeface="Wingdings" panose="05000000000000000000" pitchFamily="2" charset="2"/>
              <a:buChar char="§"/>
            </a:pPr>
            <a:r>
              <a:rPr lang="pl-PL" b="1" dirty="0">
                <a:solidFill>
                  <a:schemeClr val="tx2"/>
                </a:solidFill>
                <a:latin typeface="gg sans"/>
                <a:ea typeface="Source Sans Pro Light"/>
              </a:rPr>
              <a:t>Notification System:</a:t>
            </a:r>
            <a:r>
              <a:rPr lang="pl-PL" dirty="0">
                <a:solidFill>
                  <a:schemeClr val="tx2"/>
                </a:solidFill>
                <a:latin typeface="gg sans"/>
                <a:ea typeface="+mn-lt"/>
                <a:cs typeface="+mn-lt"/>
              </a:rPr>
              <a:t>  For </a:t>
            </a:r>
            <a:r>
              <a:rPr lang="pl-PL" dirty="0" err="1">
                <a:solidFill>
                  <a:schemeClr val="tx2"/>
                </a:solidFill>
                <a:latin typeface="gg sans"/>
                <a:ea typeface="+mn-lt"/>
                <a:cs typeface="+mn-lt"/>
              </a:rPr>
              <a:t>group</a:t>
            </a:r>
            <a:r>
              <a:rPr lang="pl-PL" dirty="0">
                <a:solidFill>
                  <a:schemeClr val="tx2"/>
                </a:solidFill>
                <a:latin typeface="gg sans"/>
                <a:ea typeface="+mn-lt"/>
                <a:cs typeface="+mn-lt"/>
              </a:rPr>
              <a:t> </a:t>
            </a:r>
            <a:r>
              <a:rPr lang="pl-PL" dirty="0" err="1">
                <a:solidFill>
                  <a:schemeClr val="tx2"/>
                </a:solidFill>
                <a:latin typeface="gg sans"/>
                <a:ea typeface="+mn-lt"/>
                <a:cs typeface="+mn-lt"/>
              </a:rPr>
              <a:t>activity</a:t>
            </a:r>
            <a:r>
              <a:rPr lang="pl-PL" dirty="0">
                <a:solidFill>
                  <a:schemeClr val="tx2"/>
                </a:solidFill>
                <a:latin typeface="gg sans"/>
                <a:ea typeface="+mn-lt"/>
                <a:cs typeface="+mn-lt"/>
              </a:rPr>
              <a:t>, </a:t>
            </a:r>
            <a:r>
              <a:rPr lang="pl-PL" dirty="0" err="1">
                <a:solidFill>
                  <a:schemeClr val="tx2"/>
                </a:solidFill>
                <a:latin typeface="gg sans"/>
                <a:ea typeface="+mn-lt"/>
                <a:cs typeface="+mn-lt"/>
              </a:rPr>
              <a:t>messages</a:t>
            </a:r>
            <a:r>
              <a:rPr lang="pl-PL" dirty="0">
                <a:solidFill>
                  <a:schemeClr val="tx2"/>
                </a:solidFill>
                <a:latin typeface="gg sans"/>
                <a:ea typeface="+mn-lt"/>
                <a:cs typeface="+mn-lt"/>
              </a:rPr>
              <a:t>, and </a:t>
            </a:r>
            <a:r>
              <a:rPr lang="pl-PL" dirty="0" err="1">
                <a:solidFill>
                  <a:schemeClr val="tx2"/>
                </a:solidFill>
                <a:latin typeface="gg sans"/>
                <a:ea typeface="+mn-lt"/>
                <a:cs typeface="+mn-lt"/>
              </a:rPr>
              <a:t>upcoming</a:t>
            </a:r>
            <a:r>
              <a:rPr lang="pl-PL" dirty="0">
                <a:solidFill>
                  <a:schemeClr val="tx2"/>
                </a:solidFill>
                <a:latin typeface="gg sans"/>
                <a:ea typeface="+mn-lt"/>
                <a:cs typeface="+mn-lt"/>
              </a:rPr>
              <a:t> </a:t>
            </a:r>
            <a:r>
              <a:rPr lang="pl-PL" dirty="0" err="1">
                <a:solidFill>
                  <a:schemeClr val="tx2"/>
                </a:solidFill>
                <a:latin typeface="gg sans"/>
                <a:ea typeface="+mn-lt"/>
                <a:cs typeface="+mn-lt"/>
              </a:rPr>
              <a:t>events</a:t>
            </a:r>
            <a:r>
              <a:rPr lang="pl-PL" dirty="0">
                <a:solidFill>
                  <a:schemeClr val="tx2"/>
                </a:solidFill>
                <a:latin typeface="gg sans"/>
                <a:ea typeface="+mn-lt"/>
                <a:cs typeface="+mn-lt"/>
              </a:rPr>
              <a:t>.</a:t>
            </a:r>
          </a:p>
        </p:txBody>
      </p:sp>
      <p:sp>
        <p:nvSpPr>
          <p:cNvPr id="5" name="Symbol zastępczy tekstu 4">
            <a:extLst>
              <a:ext uri="{FF2B5EF4-FFF2-40B4-BE49-F238E27FC236}">
                <a16:creationId xmlns:a16="http://schemas.microsoft.com/office/drawing/2014/main" id="{F15B832B-6987-E205-05FB-21F3981396CC}"/>
              </a:ext>
            </a:extLst>
          </p:cNvPr>
          <p:cNvSpPr>
            <a:spLocks noGrp="1"/>
          </p:cNvSpPr>
          <p:nvPr>
            <p:ph type="body" sz="quarter" idx="3"/>
          </p:nvPr>
        </p:nvSpPr>
        <p:spPr>
          <a:xfrm>
            <a:off x="161081" y="3895809"/>
            <a:ext cx="3877519" cy="466466"/>
          </a:xfrm>
        </p:spPr>
        <p:txBody>
          <a:bodyPr>
            <a:normAutofit/>
          </a:bodyPr>
          <a:lstStyle/>
          <a:p>
            <a:r>
              <a:rPr lang="pl-PL" b="1" dirty="0">
                <a:solidFill>
                  <a:schemeClr val="tx2"/>
                </a:solidFill>
                <a:latin typeface="gg sans"/>
                <a:cs typeface="Times New Roman"/>
              </a:rPr>
              <a:t>Non-</a:t>
            </a:r>
            <a:r>
              <a:rPr lang="pl-PL" b="1" dirty="0" err="1">
                <a:solidFill>
                  <a:schemeClr val="tx2"/>
                </a:solidFill>
                <a:latin typeface="gg sans"/>
                <a:cs typeface="Times New Roman"/>
              </a:rPr>
              <a:t>Functional</a:t>
            </a:r>
            <a:r>
              <a:rPr lang="pl-PL" b="1" dirty="0">
                <a:solidFill>
                  <a:schemeClr val="tx2"/>
                </a:solidFill>
                <a:latin typeface="gg sans"/>
                <a:cs typeface="Times New Roman"/>
              </a:rPr>
              <a:t>:</a:t>
            </a:r>
            <a:endParaRPr lang="pl-PL" b="1" dirty="0">
              <a:solidFill>
                <a:schemeClr val="tx2"/>
              </a:solidFill>
              <a:latin typeface="gg sans"/>
            </a:endParaRPr>
          </a:p>
        </p:txBody>
      </p:sp>
      <p:sp>
        <p:nvSpPr>
          <p:cNvPr id="8" name="Symbol zastępczy tekstu 7">
            <a:extLst>
              <a:ext uri="{FF2B5EF4-FFF2-40B4-BE49-F238E27FC236}">
                <a16:creationId xmlns:a16="http://schemas.microsoft.com/office/drawing/2014/main" id="{CBDDB5F2-204C-837D-E174-0ED99E611ED4}"/>
              </a:ext>
            </a:extLst>
          </p:cNvPr>
          <p:cNvSpPr>
            <a:spLocks noGrp="1"/>
          </p:cNvSpPr>
          <p:nvPr>
            <p:ph sz="quarter" idx="4"/>
          </p:nvPr>
        </p:nvSpPr>
        <p:spPr>
          <a:xfrm>
            <a:off x="253800" y="4362275"/>
            <a:ext cx="8419285" cy="1501148"/>
          </a:xfrm>
        </p:spPr>
        <p:txBody>
          <a:bodyPr vert="horz" lIns="91440" tIns="45720" rIns="91440" bIns="45720" rtlCol="0" anchor="t">
            <a:noAutofit/>
          </a:bodyPr>
          <a:lstStyle/>
          <a:p>
            <a:pPr>
              <a:lnSpc>
                <a:spcPct val="100000"/>
              </a:lnSpc>
              <a:buFont typeface="Wingdings" panose="05000000000000000000" pitchFamily="2" charset="2"/>
              <a:buChar char="§"/>
            </a:pPr>
            <a:r>
              <a:rPr lang="pl-PL" b="1" dirty="0" err="1">
                <a:solidFill>
                  <a:schemeClr val="tx2"/>
                </a:solidFill>
                <a:latin typeface="gg sans"/>
                <a:ea typeface="+mn-lt"/>
                <a:cs typeface="+mn-lt"/>
              </a:rPr>
              <a:t>Scalability</a:t>
            </a:r>
            <a:r>
              <a:rPr lang="pl-PL" b="1" dirty="0">
                <a:solidFill>
                  <a:schemeClr val="tx2"/>
                </a:solidFill>
                <a:latin typeface="gg sans"/>
                <a:ea typeface="+mn-lt"/>
                <a:cs typeface="+mn-lt"/>
              </a:rPr>
              <a:t>:</a:t>
            </a:r>
            <a:r>
              <a:rPr lang="pl-PL" dirty="0">
                <a:solidFill>
                  <a:schemeClr val="tx2"/>
                </a:solidFill>
                <a:latin typeface="gg sans"/>
                <a:ea typeface="+mn-lt"/>
                <a:cs typeface="+mn-lt"/>
              </a:rPr>
              <a:t> The </a:t>
            </a:r>
            <a:r>
              <a:rPr lang="pl-PL" dirty="0" err="1">
                <a:solidFill>
                  <a:schemeClr val="tx2"/>
                </a:solidFill>
                <a:latin typeface="gg sans"/>
                <a:ea typeface="+mn-lt"/>
                <a:cs typeface="+mn-lt"/>
              </a:rPr>
              <a:t>app</a:t>
            </a:r>
            <a:r>
              <a:rPr lang="pl-PL" dirty="0">
                <a:solidFill>
                  <a:schemeClr val="tx2"/>
                </a:solidFill>
                <a:latin typeface="gg sans"/>
                <a:ea typeface="+mn-lt"/>
                <a:cs typeface="+mn-lt"/>
              </a:rPr>
              <a:t> </a:t>
            </a:r>
            <a:r>
              <a:rPr lang="pl-PL" dirty="0" err="1">
                <a:solidFill>
                  <a:schemeClr val="tx2"/>
                </a:solidFill>
                <a:latin typeface="gg sans"/>
                <a:ea typeface="+mn-lt"/>
                <a:cs typeface="+mn-lt"/>
              </a:rPr>
              <a:t>must</a:t>
            </a:r>
            <a:r>
              <a:rPr lang="pl-PL" dirty="0">
                <a:solidFill>
                  <a:schemeClr val="tx2"/>
                </a:solidFill>
                <a:latin typeface="gg sans"/>
                <a:ea typeface="+mn-lt"/>
                <a:cs typeface="+mn-lt"/>
              </a:rPr>
              <a:t> </a:t>
            </a:r>
            <a:r>
              <a:rPr lang="pl-PL" dirty="0" err="1">
                <a:solidFill>
                  <a:schemeClr val="tx2"/>
                </a:solidFill>
                <a:latin typeface="gg sans"/>
                <a:ea typeface="+mn-lt"/>
                <a:cs typeface="+mn-lt"/>
              </a:rPr>
              <a:t>support</a:t>
            </a:r>
            <a:r>
              <a:rPr lang="pl-PL" dirty="0">
                <a:solidFill>
                  <a:schemeClr val="tx2"/>
                </a:solidFill>
                <a:latin typeface="gg sans"/>
                <a:ea typeface="+mn-lt"/>
                <a:cs typeface="+mn-lt"/>
              </a:rPr>
              <a:t> </a:t>
            </a:r>
            <a:r>
              <a:rPr lang="pl-PL" dirty="0" err="1">
                <a:solidFill>
                  <a:schemeClr val="tx2"/>
                </a:solidFill>
                <a:latin typeface="gg sans"/>
                <a:ea typeface="+mn-lt"/>
                <a:cs typeface="+mn-lt"/>
              </a:rPr>
              <a:t>thousands</a:t>
            </a:r>
            <a:r>
              <a:rPr lang="pl-PL" dirty="0">
                <a:solidFill>
                  <a:schemeClr val="tx2"/>
                </a:solidFill>
                <a:latin typeface="gg sans"/>
                <a:ea typeface="+mn-lt"/>
                <a:cs typeface="+mn-lt"/>
              </a:rPr>
              <a:t> of </a:t>
            </a:r>
            <a:r>
              <a:rPr lang="pl-PL" dirty="0" err="1">
                <a:solidFill>
                  <a:schemeClr val="tx2"/>
                </a:solidFill>
                <a:latin typeface="gg sans"/>
                <a:ea typeface="+mn-lt"/>
                <a:cs typeface="+mn-lt"/>
              </a:rPr>
              <a:t>concurrent</a:t>
            </a:r>
            <a:r>
              <a:rPr lang="pl-PL" dirty="0">
                <a:solidFill>
                  <a:schemeClr val="tx2"/>
                </a:solidFill>
                <a:latin typeface="gg sans"/>
                <a:ea typeface="+mn-lt"/>
                <a:cs typeface="+mn-lt"/>
              </a:rPr>
              <a:t> </a:t>
            </a:r>
            <a:r>
              <a:rPr lang="pl-PL" dirty="0" err="1">
                <a:solidFill>
                  <a:schemeClr val="tx2"/>
                </a:solidFill>
                <a:latin typeface="gg sans"/>
                <a:ea typeface="+mn-lt"/>
                <a:cs typeface="+mn-lt"/>
              </a:rPr>
              <a:t>users</a:t>
            </a:r>
            <a:r>
              <a:rPr lang="pl-PL" dirty="0">
                <a:solidFill>
                  <a:schemeClr val="tx2"/>
                </a:solidFill>
                <a:latin typeface="gg sans"/>
                <a:ea typeface="+mn-lt"/>
                <a:cs typeface="+mn-lt"/>
              </a:rPr>
              <a:t> as the platform </a:t>
            </a:r>
            <a:r>
              <a:rPr lang="pl-PL" dirty="0" err="1">
                <a:solidFill>
                  <a:schemeClr val="tx2"/>
                </a:solidFill>
                <a:latin typeface="gg sans"/>
                <a:ea typeface="+mn-lt"/>
                <a:cs typeface="+mn-lt"/>
              </a:rPr>
              <a:t>grows</a:t>
            </a:r>
            <a:r>
              <a:rPr lang="pl-PL" dirty="0">
                <a:solidFill>
                  <a:schemeClr val="tx2"/>
                </a:solidFill>
                <a:latin typeface="gg sans"/>
                <a:ea typeface="+mn-lt"/>
                <a:cs typeface="+mn-lt"/>
              </a:rPr>
              <a:t>.</a:t>
            </a:r>
            <a:endParaRPr lang="pl-PL" dirty="0">
              <a:solidFill>
                <a:schemeClr val="tx2"/>
              </a:solidFill>
              <a:latin typeface="gg sans"/>
              <a:ea typeface="Source Sans Pro Light"/>
            </a:endParaRPr>
          </a:p>
          <a:p>
            <a:pPr>
              <a:lnSpc>
                <a:spcPct val="100000"/>
              </a:lnSpc>
              <a:buFont typeface="Wingdings" panose="05000000000000000000" pitchFamily="2" charset="2"/>
              <a:buChar char="§"/>
            </a:pPr>
            <a:r>
              <a:rPr lang="pl-PL" b="1" dirty="0">
                <a:solidFill>
                  <a:schemeClr val="tx2"/>
                </a:solidFill>
                <a:latin typeface="gg sans"/>
                <a:ea typeface="+mn-lt"/>
                <a:cs typeface="+mn-lt"/>
              </a:rPr>
              <a:t>Performance:</a:t>
            </a:r>
            <a:r>
              <a:rPr lang="pl-PL" dirty="0">
                <a:solidFill>
                  <a:schemeClr val="tx2"/>
                </a:solidFill>
                <a:latin typeface="gg sans"/>
                <a:ea typeface="+mn-lt"/>
                <a:cs typeface="+mn-lt"/>
              </a:rPr>
              <a:t> </a:t>
            </a:r>
            <a:r>
              <a:rPr lang="pl-PL" dirty="0" err="1">
                <a:solidFill>
                  <a:schemeClr val="tx2"/>
                </a:solidFill>
                <a:latin typeface="gg sans"/>
                <a:ea typeface="+mn-lt"/>
                <a:cs typeface="+mn-lt"/>
              </a:rPr>
              <a:t>Pages</a:t>
            </a:r>
            <a:r>
              <a:rPr lang="pl-PL" dirty="0">
                <a:solidFill>
                  <a:schemeClr val="tx2"/>
                </a:solidFill>
                <a:latin typeface="gg sans"/>
                <a:ea typeface="+mn-lt"/>
                <a:cs typeface="+mn-lt"/>
              </a:rPr>
              <a:t> and </a:t>
            </a:r>
            <a:r>
              <a:rPr lang="pl-PL" dirty="0" err="1">
                <a:solidFill>
                  <a:schemeClr val="tx2"/>
                </a:solidFill>
                <a:latin typeface="gg sans"/>
                <a:ea typeface="+mn-lt"/>
                <a:cs typeface="+mn-lt"/>
              </a:rPr>
              <a:t>features</a:t>
            </a:r>
            <a:r>
              <a:rPr lang="pl-PL" dirty="0">
                <a:solidFill>
                  <a:schemeClr val="tx2"/>
                </a:solidFill>
                <a:latin typeface="gg sans"/>
                <a:ea typeface="+mn-lt"/>
                <a:cs typeface="+mn-lt"/>
              </a:rPr>
              <a:t> </a:t>
            </a:r>
            <a:r>
              <a:rPr lang="pl-PL" dirty="0" err="1">
                <a:solidFill>
                  <a:schemeClr val="tx2"/>
                </a:solidFill>
                <a:latin typeface="gg sans"/>
                <a:ea typeface="+mn-lt"/>
                <a:cs typeface="+mn-lt"/>
              </a:rPr>
              <a:t>should</a:t>
            </a:r>
            <a:r>
              <a:rPr lang="pl-PL" dirty="0">
                <a:solidFill>
                  <a:schemeClr val="tx2"/>
                </a:solidFill>
                <a:latin typeface="gg sans"/>
                <a:ea typeface="+mn-lt"/>
                <a:cs typeface="+mn-lt"/>
              </a:rPr>
              <a:t> </a:t>
            </a:r>
            <a:r>
              <a:rPr lang="pl-PL" dirty="0" err="1">
                <a:solidFill>
                  <a:schemeClr val="tx2"/>
                </a:solidFill>
                <a:latin typeface="gg sans"/>
                <a:ea typeface="+mn-lt"/>
                <a:cs typeface="+mn-lt"/>
              </a:rPr>
              <a:t>load</a:t>
            </a:r>
            <a:r>
              <a:rPr lang="pl-PL" dirty="0">
                <a:solidFill>
                  <a:schemeClr val="tx2"/>
                </a:solidFill>
                <a:latin typeface="gg sans"/>
                <a:ea typeface="+mn-lt"/>
                <a:cs typeface="+mn-lt"/>
              </a:rPr>
              <a:t> </a:t>
            </a:r>
            <a:r>
              <a:rPr lang="pl-PL" dirty="0" err="1">
                <a:solidFill>
                  <a:schemeClr val="tx2"/>
                </a:solidFill>
                <a:latin typeface="gg sans"/>
                <a:ea typeface="+mn-lt"/>
                <a:cs typeface="+mn-lt"/>
              </a:rPr>
              <a:t>within</a:t>
            </a:r>
            <a:r>
              <a:rPr lang="pl-PL" dirty="0">
                <a:solidFill>
                  <a:schemeClr val="tx2"/>
                </a:solidFill>
                <a:latin typeface="gg sans"/>
                <a:ea typeface="+mn-lt"/>
                <a:cs typeface="+mn-lt"/>
              </a:rPr>
              <a:t> 2 </a:t>
            </a:r>
            <a:r>
              <a:rPr lang="pl-PL" dirty="0" err="1">
                <a:solidFill>
                  <a:schemeClr val="tx2"/>
                </a:solidFill>
                <a:latin typeface="gg sans"/>
                <a:ea typeface="+mn-lt"/>
                <a:cs typeface="+mn-lt"/>
              </a:rPr>
              <a:t>seconds</a:t>
            </a:r>
            <a:r>
              <a:rPr lang="pl-PL" dirty="0">
                <a:solidFill>
                  <a:schemeClr val="tx2"/>
                </a:solidFill>
                <a:latin typeface="gg sans"/>
                <a:ea typeface="+mn-lt"/>
                <a:cs typeface="+mn-lt"/>
              </a:rPr>
              <a:t> for a </a:t>
            </a:r>
            <a:r>
              <a:rPr lang="pl-PL" dirty="0" err="1">
                <a:solidFill>
                  <a:schemeClr val="tx2"/>
                </a:solidFill>
                <a:latin typeface="gg sans"/>
                <a:ea typeface="+mn-lt"/>
                <a:cs typeface="+mn-lt"/>
              </a:rPr>
              <a:t>seamless</a:t>
            </a:r>
            <a:r>
              <a:rPr lang="pl-PL" dirty="0">
                <a:solidFill>
                  <a:schemeClr val="tx2"/>
                </a:solidFill>
                <a:latin typeface="gg sans"/>
                <a:ea typeface="+mn-lt"/>
                <a:cs typeface="+mn-lt"/>
              </a:rPr>
              <a:t> </a:t>
            </a:r>
            <a:r>
              <a:rPr lang="pl-PL" dirty="0" err="1">
                <a:solidFill>
                  <a:schemeClr val="tx2"/>
                </a:solidFill>
                <a:latin typeface="gg sans"/>
                <a:ea typeface="+mn-lt"/>
                <a:cs typeface="+mn-lt"/>
              </a:rPr>
              <a:t>user</a:t>
            </a:r>
            <a:r>
              <a:rPr lang="pl-PL" dirty="0">
                <a:solidFill>
                  <a:schemeClr val="tx2"/>
                </a:solidFill>
                <a:latin typeface="gg sans"/>
                <a:ea typeface="+mn-lt"/>
                <a:cs typeface="+mn-lt"/>
              </a:rPr>
              <a:t> </a:t>
            </a:r>
            <a:r>
              <a:rPr lang="pl-PL" dirty="0" err="1">
                <a:solidFill>
                  <a:schemeClr val="tx2"/>
                </a:solidFill>
                <a:latin typeface="gg sans"/>
                <a:ea typeface="+mn-lt"/>
                <a:cs typeface="+mn-lt"/>
              </a:rPr>
              <a:t>experience</a:t>
            </a:r>
            <a:r>
              <a:rPr lang="pl-PL" dirty="0">
                <a:solidFill>
                  <a:schemeClr val="tx2"/>
                </a:solidFill>
                <a:latin typeface="gg sans"/>
                <a:ea typeface="+mn-lt"/>
                <a:cs typeface="+mn-lt"/>
              </a:rPr>
              <a:t>.</a:t>
            </a:r>
          </a:p>
          <a:p>
            <a:pPr>
              <a:lnSpc>
                <a:spcPct val="100000"/>
              </a:lnSpc>
              <a:buFont typeface="Wingdings" panose="05000000000000000000" pitchFamily="2" charset="2"/>
              <a:buChar char="§"/>
            </a:pPr>
            <a:r>
              <a:rPr lang="pl-PL" b="1" dirty="0">
                <a:solidFill>
                  <a:schemeClr val="tx2"/>
                </a:solidFill>
                <a:latin typeface="gg sans"/>
                <a:ea typeface="+mn-lt"/>
                <a:cs typeface="+mn-lt"/>
              </a:rPr>
              <a:t>Platform Compatibility:</a:t>
            </a:r>
            <a:r>
              <a:rPr lang="pl-PL" dirty="0">
                <a:solidFill>
                  <a:schemeClr val="tx2"/>
                </a:solidFill>
                <a:latin typeface="gg sans"/>
                <a:ea typeface="+mn-lt"/>
                <a:cs typeface="+mn-lt"/>
              </a:rPr>
              <a:t> The </a:t>
            </a:r>
            <a:r>
              <a:rPr lang="pl-PL" dirty="0" err="1">
                <a:solidFill>
                  <a:schemeClr val="tx2"/>
                </a:solidFill>
                <a:latin typeface="gg sans"/>
                <a:ea typeface="+mn-lt"/>
                <a:cs typeface="+mn-lt"/>
              </a:rPr>
              <a:t>app</a:t>
            </a:r>
            <a:r>
              <a:rPr lang="pl-PL" dirty="0">
                <a:solidFill>
                  <a:schemeClr val="tx2"/>
                </a:solidFill>
                <a:latin typeface="gg sans"/>
                <a:ea typeface="+mn-lt"/>
                <a:cs typeface="+mn-lt"/>
              </a:rPr>
              <a:t> </a:t>
            </a:r>
            <a:r>
              <a:rPr lang="pl-PL" dirty="0" err="1">
                <a:solidFill>
                  <a:schemeClr val="tx2"/>
                </a:solidFill>
                <a:latin typeface="gg sans"/>
                <a:ea typeface="+mn-lt"/>
                <a:cs typeface="+mn-lt"/>
              </a:rPr>
              <a:t>must</a:t>
            </a:r>
            <a:r>
              <a:rPr lang="pl-PL" dirty="0">
                <a:solidFill>
                  <a:schemeClr val="tx2"/>
                </a:solidFill>
                <a:latin typeface="gg sans"/>
                <a:ea typeface="+mn-lt"/>
                <a:cs typeface="+mn-lt"/>
              </a:rPr>
              <a:t> run on Android, iOS, and modern web </a:t>
            </a:r>
            <a:r>
              <a:rPr lang="pl-PL" dirty="0" err="1">
                <a:solidFill>
                  <a:schemeClr val="tx2"/>
                </a:solidFill>
                <a:latin typeface="gg sans"/>
                <a:ea typeface="+mn-lt"/>
                <a:cs typeface="+mn-lt"/>
              </a:rPr>
              <a:t>browsers</a:t>
            </a:r>
            <a:r>
              <a:rPr lang="pl-PL" dirty="0">
                <a:solidFill>
                  <a:schemeClr val="tx2"/>
                </a:solidFill>
                <a:latin typeface="gg sans"/>
                <a:ea typeface="+mn-lt"/>
                <a:cs typeface="+mn-lt"/>
              </a:rPr>
              <a:t>.</a:t>
            </a:r>
          </a:p>
          <a:p>
            <a:pPr>
              <a:lnSpc>
                <a:spcPct val="100000"/>
              </a:lnSpc>
              <a:buFont typeface="Wingdings" panose="05000000000000000000" pitchFamily="2" charset="2"/>
              <a:buChar char="§"/>
            </a:pPr>
            <a:r>
              <a:rPr lang="pl-PL" b="1" dirty="0" err="1">
                <a:solidFill>
                  <a:schemeClr val="tx2"/>
                </a:solidFill>
                <a:latin typeface="gg sans"/>
                <a:ea typeface="+mn-lt"/>
                <a:cs typeface="+mn-lt"/>
              </a:rPr>
              <a:t>Usability</a:t>
            </a:r>
            <a:r>
              <a:rPr lang="pl-PL" b="1" dirty="0">
                <a:solidFill>
                  <a:schemeClr val="tx2"/>
                </a:solidFill>
                <a:latin typeface="gg sans"/>
                <a:ea typeface="+mn-lt"/>
                <a:cs typeface="+mn-lt"/>
              </a:rPr>
              <a:t>:</a:t>
            </a:r>
            <a:r>
              <a:rPr lang="pl-PL" dirty="0">
                <a:solidFill>
                  <a:schemeClr val="tx2"/>
                </a:solidFill>
                <a:latin typeface="gg sans"/>
                <a:ea typeface="+mn-lt"/>
                <a:cs typeface="+mn-lt"/>
              </a:rPr>
              <a:t> A </a:t>
            </a:r>
            <a:r>
              <a:rPr lang="pl-PL" dirty="0" err="1">
                <a:solidFill>
                  <a:schemeClr val="tx2"/>
                </a:solidFill>
                <a:latin typeface="gg sans"/>
                <a:ea typeface="+mn-lt"/>
                <a:cs typeface="+mn-lt"/>
              </a:rPr>
              <a:t>clean</a:t>
            </a:r>
            <a:r>
              <a:rPr lang="pl-PL" dirty="0">
                <a:solidFill>
                  <a:schemeClr val="tx2"/>
                </a:solidFill>
                <a:latin typeface="gg sans"/>
                <a:ea typeface="+mn-lt"/>
                <a:cs typeface="+mn-lt"/>
              </a:rPr>
              <a:t>, </a:t>
            </a:r>
            <a:r>
              <a:rPr lang="pl-PL" dirty="0" err="1">
                <a:solidFill>
                  <a:schemeClr val="tx2"/>
                </a:solidFill>
                <a:latin typeface="gg sans"/>
                <a:ea typeface="+mn-lt"/>
                <a:cs typeface="+mn-lt"/>
              </a:rPr>
              <a:t>intuitive</a:t>
            </a:r>
            <a:r>
              <a:rPr lang="pl-PL" dirty="0">
                <a:solidFill>
                  <a:schemeClr val="tx2"/>
                </a:solidFill>
                <a:latin typeface="gg sans"/>
                <a:ea typeface="+mn-lt"/>
                <a:cs typeface="+mn-lt"/>
              </a:rPr>
              <a:t> </a:t>
            </a:r>
            <a:r>
              <a:rPr lang="pl-PL" dirty="0" err="1">
                <a:solidFill>
                  <a:schemeClr val="tx2"/>
                </a:solidFill>
                <a:latin typeface="gg sans"/>
                <a:ea typeface="+mn-lt"/>
                <a:cs typeface="+mn-lt"/>
              </a:rPr>
              <a:t>interface</a:t>
            </a:r>
            <a:r>
              <a:rPr lang="pl-PL" dirty="0">
                <a:solidFill>
                  <a:schemeClr val="tx2"/>
                </a:solidFill>
                <a:latin typeface="gg sans"/>
                <a:ea typeface="+mn-lt"/>
                <a:cs typeface="+mn-lt"/>
              </a:rPr>
              <a:t> with </a:t>
            </a:r>
            <a:r>
              <a:rPr lang="pl-PL" dirty="0" err="1">
                <a:solidFill>
                  <a:schemeClr val="tx2"/>
                </a:solidFill>
                <a:latin typeface="gg sans"/>
                <a:ea typeface="+mn-lt"/>
                <a:cs typeface="+mn-lt"/>
              </a:rPr>
              <a:t>easy</a:t>
            </a:r>
            <a:r>
              <a:rPr lang="pl-PL" dirty="0">
                <a:solidFill>
                  <a:schemeClr val="tx2"/>
                </a:solidFill>
                <a:latin typeface="gg sans"/>
                <a:ea typeface="+mn-lt"/>
                <a:cs typeface="+mn-lt"/>
              </a:rPr>
              <a:t> </a:t>
            </a:r>
            <a:r>
              <a:rPr lang="pl-PL" dirty="0" err="1">
                <a:solidFill>
                  <a:schemeClr val="tx2"/>
                </a:solidFill>
                <a:latin typeface="gg sans"/>
                <a:ea typeface="+mn-lt"/>
                <a:cs typeface="+mn-lt"/>
              </a:rPr>
              <a:t>navigation</a:t>
            </a:r>
            <a:r>
              <a:rPr lang="pl-PL" dirty="0">
                <a:solidFill>
                  <a:schemeClr val="tx2"/>
                </a:solidFill>
                <a:latin typeface="gg sans"/>
                <a:ea typeface="+mn-lt"/>
                <a:cs typeface="+mn-lt"/>
              </a:rPr>
              <a:t> for </a:t>
            </a:r>
            <a:r>
              <a:rPr lang="pl-PL" dirty="0" err="1">
                <a:solidFill>
                  <a:schemeClr val="tx2"/>
                </a:solidFill>
                <a:latin typeface="gg sans"/>
                <a:ea typeface="+mn-lt"/>
                <a:cs typeface="+mn-lt"/>
              </a:rPr>
              <a:t>all</a:t>
            </a:r>
            <a:r>
              <a:rPr lang="pl-PL" dirty="0">
                <a:solidFill>
                  <a:schemeClr val="tx2"/>
                </a:solidFill>
                <a:latin typeface="gg sans"/>
                <a:ea typeface="+mn-lt"/>
                <a:cs typeface="+mn-lt"/>
              </a:rPr>
              <a:t> </a:t>
            </a:r>
            <a:r>
              <a:rPr lang="pl-PL" dirty="0" err="1">
                <a:solidFill>
                  <a:schemeClr val="tx2"/>
                </a:solidFill>
                <a:latin typeface="gg sans"/>
                <a:ea typeface="+mn-lt"/>
                <a:cs typeface="+mn-lt"/>
              </a:rPr>
              <a:t>user</a:t>
            </a:r>
            <a:r>
              <a:rPr lang="pl-PL" dirty="0">
                <a:solidFill>
                  <a:schemeClr val="tx2"/>
                </a:solidFill>
                <a:latin typeface="gg sans"/>
                <a:ea typeface="+mn-lt"/>
                <a:cs typeface="+mn-lt"/>
              </a:rPr>
              <a:t> </a:t>
            </a:r>
            <a:r>
              <a:rPr lang="pl-PL" dirty="0" err="1">
                <a:solidFill>
                  <a:schemeClr val="tx2"/>
                </a:solidFill>
                <a:latin typeface="gg sans"/>
                <a:ea typeface="+mn-lt"/>
                <a:cs typeface="+mn-lt"/>
              </a:rPr>
              <a:t>types</a:t>
            </a:r>
            <a:r>
              <a:rPr lang="pl-PL" dirty="0">
                <a:solidFill>
                  <a:schemeClr val="tx2"/>
                </a:solidFill>
                <a:latin typeface="gg sans"/>
                <a:ea typeface="+mn-lt"/>
                <a:cs typeface="+mn-lt"/>
              </a:rPr>
              <a:t>.</a:t>
            </a:r>
            <a:endParaRPr lang="pl-PL" dirty="0">
              <a:solidFill>
                <a:schemeClr val="tx2"/>
              </a:solidFill>
              <a:latin typeface="gg sans"/>
              <a:ea typeface="Source Sans Pro Light"/>
            </a:endParaRPr>
          </a:p>
        </p:txBody>
      </p:sp>
      <p:pic>
        <p:nvPicPr>
          <p:cNvPr id="16" name="Symbol zastępczy obrazu 15" descr="Obraz zawierający logo, clipart, Grafika, krąg&#10;&#10;Opis wygenerowany automatycznie">
            <a:extLst>
              <a:ext uri="{FF2B5EF4-FFF2-40B4-BE49-F238E27FC236}">
                <a16:creationId xmlns:a16="http://schemas.microsoft.com/office/drawing/2014/main" id="{6C0CEE70-193F-98A6-256D-F824763F1A83}"/>
              </a:ext>
            </a:extLst>
          </p:cNvPr>
          <p:cNvPicPr>
            <a:picLocks noGrp="1" noChangeAspect="1"/>
          </p:cNvPicPr>
          <p:nvPr>
            <p:ph type="pic" sz="quarter" idx="13"/>
          </p:nvPr>
        </p:nvPicPr>
        <p:blipFill>
          <a:blip r:embed="rId2"/>
          <a:srcRect l="-5" r="22828"/>
          <a:stretch/>
        </p:blipFill>
        <p:spPr>
          <a:xfrm>
            <a:off x="8431775" y="2070576"/>
            <a:ext cx="3668785" cy="3158185"/>
          </a:xfrm>
        </p:spPr>
      </p:pic>
      <p:sp>
        <p:nvSpPr>
          <p:cNvPr id="6" name="Symbol zastępczy daty 5">
            <a:extLst>
              <a:ext uri="{FF2B5EF4-FFF2-40B4-BE49-F238E27FC236}">
                <a16:creationId xmlns:a16="http://schemas.microsoft.com/office/drawing/2014/main" id="{3DD01E43-2557-232E-2825-5D795770ED26}"/>
              </a:ext>
            </a:extLst>
          </p:cNvPr>
          <p:cNvSpPr>
            <a:spLocks noGrp="1"/>
          </p:cNvSpPr>
          <p:nvPr>
            <p:ph type="dt" sz="half" idx="10"/>
          </p:nvPr>
        </p:nvSpPr>
        <p:spPr/>
        <p:txBody>
          <a:bodyPr/>
          <a:lstStyle/>
          <a:p>
            <a:pPr rtl="0"/>
            <a:r>
              <a:rPr lang="pl-PL" noProof="0">
                <a:solidFill>
                  <a:schemeClr val="tx2"/>
                </a:solidFill>
              </a:rPr>
              <a:t>2024</a:t>
            </a:r>
          </a:p>
        </p:txBody>
      </p:sp>
      <p:sp>
        <p:nvSpPr>
          <p:cNvPr id="9" name="Symbol zastępczy stopki 8">
            <a:extLst>
              <a:ext uri="{FF2B5EF4-FFF2-40B4-BE49-F238E27FC236}">
                <a16:creationId xmlns:a16="http://schemas.microsoft.com/office/drawing/2014/main" id="{7A14DEE7-1DAE-1F67-6842-641560467E18}"/>
              </a:ext>
            </a:extLst>
          </p:cNvPr>
          <p:cNvSpPr>
            <a:spLocks noGrp="1"/>
          </p:cNvSpPr>
          <p:nvPr>
            <p:ph type="ftr" sz="quarter" idx="11"/>
          </p:nvPr>
        </p:nvSpPr>
        <p:spPr/>
        <p:txBody>
          <a:bodyPr/>
          <a:lstStyle/>
          <a:p>
            <a:pPr rtl="0"/>
            <a:r>
              <a:rPr lang="pl-PL">
                <a:solidFill>
                  <a:schemeClr val="tx2"/>
                </a:solidFill>
              </a:rPr>
              <a:t>WebM8s</a:t>
            </a:r>
            <a:endParaRPr lang="pl-PL" noProof="0">
              <a:solidFill>
                <a:schemeClr val="tx2"/>
              </a:solidFill>
            </a:endParaRPr>
          </a:p>
        </p:txBody>
      </p:sp>
      <p:sp>
        <p:nvSpPr>
          <p:cNvPr id="12" name="Symbol zastępczy numeru slajdu 11">
            <a:extLst>
              <a:ext uri="{FF2B5EF4-FFF2-40B4-BE49-F238E27FC236}">
                <a16:creationId xmlns:a16="http://schemas.microsoft.com/office/drawing/2014/main" id="{70736949-A1B0-4133-F499-6B0758DB07F3}"/>
              </a:ext>
            </a:extLst>
          </p:cNvPr>
          <p:cNvSpPr>
            <a:spLocks noGrp="1"/>
          </p:cNvSpPr>
          <p:nvPr>
            <p:ph type="sldNum" sz="quarter" idx="12"/>
          </p:nvPr>
        </p:nvSpPr>
        <p:spPr/>
        <p:txBody>
          <a:bodyPr/>
          <a:lstStyle/>
          <a:p>
            <a:pPr rtl="0"/>
            <a:fld id="{B5CEABB6-07DC-46E8-9B57-56EC44A396E5}" type="slidenum">
              <a:rPr lang="pl-PL" noProof="0" smtClean="0">
                <a:solidFill>
                  <a:schemeClr val="tx2"/>
                </a:solidFill>
              </a:rPr>
              <a:pPr rtl="0"/>
              <a:t>7</a:t>
            </a:fld>
            <a:endParaRPr lang="pl-PL" noProof="0">
              <a:solidFill>
                <a:schemeClr val="tx2"/>
              </a:solidFill>
            </a:endParaRPr>
          </a:p>
        </p:txBody>
      </p:sp>
    </p:spTree>
    <p:extLst>
      <p:ext uri="{BB962C8B-B14F-4D97-AF65-F5344CB8AC3E}">
        <p14:creationId xmlns:p14="http://schemas.microsoft.com/office/powerpoint/2010/main" val="1578252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Prostokąt 23">
            <a:extLst>
              <a:ext uri="{FF2B5EF4-FFF2-40B4-BE49-F238E27FC236}">
                <a16:creationId xmlns:a16="http://schemas.microsoft.com/office/drawing/2014/main" id="{EBB179B2-3F29-B41B-9C70-9B03591182A3}"/>
              </a:ext>
            </a:extLst>
          </p:cNvPr>
          <p:cNvSpPr/>
          <p:nvPr/>
        </p:nvSpPr>
        <p:spPr>
          <a:xfrm>
            <a:off x="-115503" y="2209796"/>
            <a:ext cx="12426215" cy="1709621"/>
          </a:xfrm>
          <a:prstGeom prst="rect">
            <a:avLst/>
          </a:prstGeom>
          <a:solidFill>
            <a:srgbClr val="C6C4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 name="Tytuł 1">
            <a:extLst>
              <a:ext uri="{FF2B5EF4-FFF2-40B4-BE49-F238E27FC236}">
                <a16:creationId xmlns:a16="http://schemas.microsoft.com/office/drawing/2014/main" id="{080DA8D8-27D1-D860-29C6-3F354EFF1AF1}"/>
              </a:ext>
            </a:extLst>
          </p:cNvPr>
          <p:cNvSpPr>
            <a:spLocks noGrp="1"/>
          </p:cNvSpPr>
          <p:nvPr>
            <p:ph type="title"/>
          </p:nvPr>
        </p:nvSpPr>
        <p:spPr/>
        <p:txBody>
          <a:bodyPr/>
          <a:lstStyle/>
          <a:p>
            <a:r>
              <a:rPr lang="en-US" b="1">
                <a:solidFill>
                  <a:schemeClr val="tx2"/>
                </a:solidFill>
              </a:rPr>
              <a:t>Wireframes and User Interface Mockup</a:t>
            </a:r>
            <a:r>
              <a:rPr lang="pl-PL" b="1">
                <a:solidFill>
                  <a:schemeClr val="tx2"/>
                </a:solidFill>
              </a:rPr>
              <a:t>s</a:t>
            </a:r>
          </a:p>
        </p:txBody>
      </p:sp>
      <p:pic>
        <p:nvPicPr>
          <p:cNvPr id="26" name="Symbol zastępczy obrazu 25">
            <a:extLst>
              <a:ext uri="{FF2B5EF4-FFF2-40B4-BE49-F238E27FC236}">
                <a16:creationId xmlns:a16="http://schemas.microsoft.com/office/drawing/2014/main" id="{EBE80F1B-6CBC-9EF0-E7A5-4023ECC7C491}"/>
              </a:ext>
            </a:extLst>
          </p:cNvPr>
          <p:cNvPicPr>
            <a:picLocks noGrp="1" noChangeAspect="1"/>
          </p:cNvPicPr>
          <p:nvPr>
            <p:ph type="pic" sz="quarter" idx="13"/>
          </p:nvPr>
        </p:nvPicPr>
        <p:blipFill>
          <a:blip r:embed="rId2"/>
          <a:srcRect t="-188" b="710"/>
          <a:stretch/>
        </p:blipFill>
        <p:spPr>
          <a:xfrm>
            <a:off x="1410924" y="1667650"/>
            <a:ext cx="1858230" cy="3677282"/>
          </a:xfrm>
          <a:solidFill>
            <a:schemeClr val="bg1">
              <a:alpha val="0"/>
            </a:schemeClr>
          </a:solidFill>
        </p:spPr>
      </p:pic>
      <p:sp>
        <p:nvSpPr>
          <p:cNvPr id="5" name="Symbol zastępczy tekstu 4">
            <a:extLst>
              <a:ext uri="{FF2B5EF4-FFF2-40B4-BE49-F238E27FC236}">
                <a16:creationId xmlns:a16="http://schemas.microsoft.com/office/drawing/2014/main" id="{7057976E-CB7B-F623-3855-D9912747AAB6}"/>
              </a:ext>
            </a:extLst>
          </p:cNvPr>
          <p:cNvSpPr>
            <a:spLocks noGrp="1"/>
          </p:cNvSpPr>
          <p:nvPr>
            <p:ph type="body" sz="quarter" idx="15"/>
          </p:nvPr>
        </p:nvSpPr>
        <p:spPr>
          <a:xfrm>
            <a:off x="1402533" y="5499724"/>
            <a:ext cx="1858231" cy="365125"/>
          </a:xfrm>
        </p:spPr>
        <p:txBody>
          <a:bodyPr/>
          <a:lstStyle/>
          <a:p>
            <a:r>
              <a:rPr lang="pl-PL" sz="1600" b="1">
                <a:solidFill>
                  <a:schemeClr val="tx2"/>
                </a:solidFill>
                <a:latin typeface="gg sans"/>
              </a:rPr>
              <a:t>Profile </a:t>
            </a:r>
            <a:r>
              <a:rPr lang="pl-PL" sz="1600" b="1" err="1">
                <a:solidFill>
                  <a:schemeClr val="tx2"/>
                </a:solidFill>
                <a:latin typeface="gg sans"/>
              </a:rPr>
              <a:t>generating</a:t>
            </a:r>
            <a:endParaRPr lang="pl-PL" sz="1600" b="1">
              <a:solidFill>
                <a:schemeClr val="tx2"/>
              </a:solidFill>
              <a:latin typeface="gg sans"/>
            </a:endParaRPr>
          </a:p>
        </p:txBody>
      </p:sp>
      <p:sp>
        <p:nvSpPr>
          <p:cNvPr id="15" name="Symbol zastępczy daty 14">
            <a:extLst>
              <a:ext uri="{FF2B5EF4-FFF2-40B4-BE49-F238E27FC236}">
                <a16:creationId xmlns:a16="http://schemas.microsoft.com/office/drawing/2014/main" id="{F723B984-2515-0813-F037-3BE703B5A120}"/>
              </a:ext>
            </a:extLst>
          </p:cNvPr>
          <p:cNvSpPr>
            <a:spLocks noGrp="1"/>
          </p:cNvSpPr>
          <p:nvPr>
            <p:ph type="dt" sz="half" idx="10"/>
          </p:nvPr>
        </p:nvSpPr>
        <p:spPr/>
        <p:txBody>
          <a:bodyPr/>
          <a:lstStyle/>
          <a:p>
            <a:pPr rtl="0"/>
            <a:r>
              <a:rPr lang="pl-PL" noProof="0">
                <a:solidFill>
                  <a:schemeClr val="tx2"/>
                </a:solidFill>
              </a:rPr>
              <a:t>2024</a:t>
            </a:r>
          </a:p>
        </p:txBody>
      </p:sp>
      <p:sp>
        <p:nvSpPr>
          <p:cNvPr id="16" name="Symbol zastępczy stopki 15">
            <a:extLst>
              <a:ext uri="{FF2B5EF4-FFF2-40B4-BE49-F238E27FC236}">
                <a16:creationId xmlns:a16="http://schemas.microsoft.com/office/drawing/2014/main" id="{B0FB382F-283C-BB17-8E43-5789969FBEA1}"/>
              </a:ext>
            </a:extLst>
          </p:cNvPr>
          <p:cNvSpPr>
            <a:spLocks noGrp="1"/>
          </p:cNvSpPr>
          <p:nvPr>
            <p:ph type="ftr" sz="quarter" idx="11"/>
          </p:nvPr>
        </p:nvSpPr>
        <p:spPr/>
        <p:txBody>
          <a:bodyPr/>
          <a:lstStyle/>
          <a:p>
            <a:pPr rtl="0"/>
            <a:r>
              <a:rPr lang="pl-PL">
                <a:solidFill>
                  <a:schemeClr val="tx2"/>
                </a:solidFill>
              </a:rPr>
              <a:t>WebM8s</a:t>
            </a:r>
            <a:endParaRPr lang="pl-PL" noProof="0">
              <a:solidFill>
                <a:schemeClr val="tx2"/>
              </a:solidFill>
            </a:endParaRPr>
          </a:p>
        </p:txBody>
      </p:sp>
      <p:sp>
        <p:nvSpPr>
          <p:cNvPr id="17" name="Symbol zastępczy numeru slajdu 16">
            <a:extLst>
              <a:ext uri="{FF2B5EF4-FFF2-40B4-BE49-F238E27FC236}">
                <a16:creationId xmlns:a16="http://schemas.microsoft.com/office/drawing/2014/main" id="{3386E985-0C3B-C8EC-18C3-2BA3D88A3A69}"/>
              </a:ext>
            </a:extLst>
          </p:cNvPr>
          <p:cNvSpPr>
            <a:spLocks noGrp="1"/>
          </p:cNvSpPr>
          <p:nvPr>
            <p:ph type="sldNum" sz="quarter" idx="12"/>
          </p:nvPr>
        </p:nvSpPr>
        <p:spPr/>
        <p:txBody>
          <a:bodyPr/>
          <a:lstStyle/>
          <a:p>
            <a:pPr rtl="0"/>
            <a:fld id="{B5CEABB6-07DC-46E8-9B57-56EC44A396E5}" type="slidenum">
              <a:rPr lang="pl-PL" noProof="0" smtClean="0">
                <a:solidFill>
                  <a:schemeClr val="tx2"/>
                </a:solidFill>
              </a:rPr>
              <a:t>8</a:t>
            </a:fld>
            <a:endParaRPr lang="pl-PL" noProof="0">
              <a:solidFill>
                <a:schemeClr val="tx2"/>
              </a:solidFill>
            </a:endParaRPr>
          </a:p>
        </p:txBody>
      </p:sp>
      <p:pic>
        <p:nvPicPr>
          <p:cNvPr id="28" name="Obraz 27">
            <a:extLst>
              <a:ext uri="{FF2B5EF4-FFF2-40B4-BE49-F238E27FC236}">
                <a16:creationId xmlns:a16="http://schemas.microsoft.com/office/drawing/2014/main" id="{3F6DAEAC-A42B-3322-B75E-7CA9B56735D9}"/>
              </a:ext>
            </a:extLst>
          </p:cNvPr>
          <p:cNvPicPr>
            <a:picLocks noChangeAspect="1"/>
          </p:cNvPicPr>
          <p:nvPr/>
        </p:nvPicPr>
        <p:blipFill>
          <a:blip r:embed="rId3"/>
          <a:stretch>
            <a:fillRect/>
          </a:stretch>
        </p:blipFill>
        <p:spPr>
          <a:xfrm>
            <a:off x="3289426" y="1667650"/>
            <a:ext cx="1844938" cy="3677282"/>
          </a:xfrm>
          <a:prstGeom prst="rect">
            <a:avLst/>
          </a:prstGeom>
        </p:spPr>
      </p:pic>
      <p:pic>
        <p:nvPicPr>
          <p:cNvPr id="30" name="Obraz 29">
            <a:extLst>
              <a:ext uri="{FF2B5EF4-FFF2-40B4-BE49-F238E27FC236}">
                <a16:creationId xmlns:a16="http://schemas.microsoft.com/office/drawing/2014/main" id="{0778CC7F-0212-3452-5D17-ACB4F83DEAF0}"/>
              </a:ext>
            </a:extLst>
          </p:cNvPr>
          <p:cNvPicPr>
            <a:picLocks noChangeAspect="1"/>
          </p:cNvPicPr>
          <p:nvPr/>
        </p:nvPicPr>
        <p:blipFill>
          <a:blip r:embed="rId4"/>
          <a:stretch>
            <a:fillRect/>
          </a:stretch>
        </p:blipFill>
        <p:spPr>
          <a:xfrm>
            <a:off x="2071402" y="4731114"/>
            <a:ext cx="520496" cy="520496"/>
          </a:xfrm>
          <a:prstGeom prst="rect">
            <a:avLst/>
          </a:prstGeom>
        </p:spPr>
      </p:pic>
      <p:pic>
        <p:nvPicPr>
          <p:cNvPr id="34" name="Obraz 33">
            <a:extLst>
              <a:ext uri="{FF2B5EF4-FFF2-40B4-BE49-F238E27FC236}">
                <a16:creationId xmlns:a16="http://schemas.microsoft.com/office/drawing/2014/main" id="{DD8B5D90-40A2-A29E-588D-AF2E9B4B3A25}"/>
              </a:ext>
            </a:extLst>
          </p:cNvPr>
          <p:cNvPicPr>
            <a:picLocks noChangeAspect="1"/>
          </p:cNvPicPr>
          <p:nvPr/>
        </p:nvPicPr>
        <p:blipFill>
          <a:blip r:embed="rId5"/>
          <a:stretch>
            <a:fillRect/>
          </a:stretch>
        </p:blipFill>
        <p:spPr>
          <a:xfrm>
            <a:off x="5168940" y="1667650"/>
            <a:ext cx="1850840" cy="3695363"/>
          </a:xfrm>
          <a:prstGeom prst="rect">
            <a:avLst/>
          </a:prstGeom>
        </p:spPr>
      </p:pic>
      <p:pic>
        <p:nvPicPr>
          <p:cNvPr id="20" name="Obraz 19">
            <a:extLst>
              <a:ext uri="{FF2B5EF4-FFF2-40B4-BE49-F238E27FC236}">
                <a16:creationId xmlns:a16="http://schemas.microsoft.com/office/drawing/2014/main" id="{0C67535E-14E5-9FA1-0C56-BC661C43921B}"/>
              </a:ext>
            </a:extLst>
          </p:cNvPr>
          <p:cNvPicPr>
            <a:picLocks noChangeAspect="1"/>
          </p:cNvPicPr>
          <p:nvPr/>
        </p:nvPicPr>
        <p:blipFill>
          <a:blip r:embed="rId6"/>
          <a:stretch>
            <a:fillRect/>
          </a:stretch>
        </p:blipFill>
        <p:spPr>
          <a:xfrm>
            <a:off x="7051917" y="1667650"/>
            <a:ext cx="1860279" cy="3707860"/>
          </a:xfrm>
          <a:prstGeom prst="rect">
            <a:avLst/>
          </a:prstGeom>
        </p:spPr>
      </p:pic>
      <p:pic>
        <p:nvPicPr>
          <p:cNvPr id="22" name="Obraz 21">
            <a:extLst>
              <a:ext uri="{FF2B5EF4-FFF2-40B4-BE49-F238E27FC236}">
                <a16:creationId xmlns:a16="http://schemas.microsoft.com/office/drawing/2014/main" id="{5311522E-803D-24F1-D7B7-80C64886F3AC}"/>
              </a:ext>
            </a:extLst>
          </p:cNvPr>
          <p:cNvPicPr>
            <a:picLocks noChangeAspect="1"/>
          </p:cNvPicPr>
          <p:nvPr/>
        </p:nvPicPr>
        <p:blipFill>
          <a:blip r:embed="rId7"/>
          <a:stretch>
            <a:fillRect/>
          </a:stretch>
        </p:blipFill>
        <p:spPr>
          <a:xfrm>
            <a:off x="8116680" y="4987495"/>
            <a:ext cx="158825" cy="202855"/>
          </a:xfrm>
          <a:prstGeom prst="rect">
            <a:avLst/>
          </a:prstGeom>
        </p:spPr>
      </p:pic>
      <p:pic>
        <p:nvPicPr>
          <p:cNvPr id="6" name="Obraz 5">
            <a:extLst>
              <a:ext uri="{FF2B5EF4-FFF2-40B4-BE49-F238E27FC236}">
                <a16:creationId xmlns:a16="http://schemas.microsoft.com/office/drawing/2014/main" id="{B7075E29-383E-FA59-65B2-66AE9E482256}"/>
              </a:ext>
            </a:extLst>
          </p:cNvPr>
          <p:cNvPicPr>
            <a:picLocks noChangeAspect="1"/>
          </p:cNvPicPr>
          <p:nvPr/>
        </p:nvPicPr>
        <p:blipFill>
          <a:blip r:embed="rId8"/>
          <a:stretch>
            <a:fillRect/>
          </a:stretch>
        </p:blipFill>
        <p:spPr>
          <a:xfrm>
            <a:off x="8929002" y="1670464"/>
            <a:ext cx="1868356" cy="3705046"/>
          </a:xfrm>
          <a:prstGeom prst="rect">
            <a:avLst/>
          </a:prstGeom>
        </p:spPr>
      </p:pic>
      <p:sp>
        <p:nvSpPr>
          <p:cNvPr id="9" name="Symbol zastępczy tekstu 4">
            <a:extLst>
              <a:ext uri="{FF2B5EF4-FFF2-40B4-BE49-F238E27FC236}">
                <a16:creationId xmlns:a16="http://schemas.microsoft.com/office/drawing/2014/main" id="{32B460AF-F087-B69B-D9DF-EE64E78AB73E}"/>
              </a:ext>
            </a:extLst>
          </p:cNvPr>
          <p:cNvSpPr txBox="1">
            <a:spLocks/>
          </p:cNvSpPr>
          <p:nvPr/>
        </p:nvSpPr>
        <p:spPr>
          <a:xfrm>
            <a:off x="3289425" y="5499724"/>
            <a:ext cx="1711799" cy="36512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lumMod val="65000"/>
                    <a:lumOff val="3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l-PL" sz="1600" b="1" err="1">
                <a:solidFill>
                  <a:schemeClr val="tx2"/>
                </a:solidFill>
                <a:latin typeface="gg sans"/>
              </a:rPr>
              <a:t>Conversation</a:t>
            </a:r>
            <a:endParaRPr lang="pl-PL" sz="1600" b="1">
              <a:solidFill>
                <a:schemeClr val="tx2"/>
              </a:solidFill>
              <a:latin typeface="gg sans"/>
            </a:endParaRPr>
          </a:p>
        </p:txBody>
      </p:sp>
      <p:sp>
        <p:nvSpPr>
          <p:cNvPr id="12" name="Symbol zastępczy tekstu 4">
            <a:extLst>
              <a:ext uri="{FF2B5EF4-FFF2-40B4-BE49-F238E27FC236}">
                <a16:creationId xmlns:a16="http://schemas.microsoft.com/office/drawing/2014/main" id="{B0C928E5-9378-DADE-9725-540EEAB36297}"/>
              </a:ext>
            </a:extLst>
          </p:cNvPr>
          <p:cNvSpPr txBox="1">
            <a:spLocks/>
          </p:cNvSpPr>
          <p:nvPr/>
        </p:nvSpPr>
        <p:spPr>
          <a:xfrm>
            <a:off x="5186014" y="5499723"/>
            <a:ext cx="1833765" cy="36512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lumMod val="65000"/>
                    <a:lumOff val="3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l-PL" sz="1600" b="1" err="1">
                <a:solidFill>
                  <a:schemeClr val="tx2"/>
                </a:solidFill>
                <a:latin typeface="gg sans"/>
              </a:rPr>
              <a:t>Notifications</a:t>
            </a:r>
            <a:r>
              <a:rPr lang="pl-PL" sz="1600" b="1">
                <a:solidFill>
                  <a:schemeClr val="tx2"/>
                </a:solidFill>
                <a:latin typeface="gg sans"/>
              </a:rPr>
              <a:t> panel</a:t>
            </a:r>
          </a:p>
        </p:txBody>
      </p:sp>
      <p:sp>
        <p:nvSpPr>
          <p:cNvPr id="18" name="Symbol zastępczy tekstu 4">
            <a:extLst>
              <a:ext uri="{FF2B5EF4-FFF2-40B4-BE49-F238E27FC236}">
                <a16:creationId xmlns:a16="http://schemas.microsoft.com/office/drawing/2014/main" id="{2042A209-797A-C56A-AAE2-9B634F26E383}"/>
              </a:ext>
            </a:extLst>
          </p:cNvPr>
          <p:cNvSpPr txBox="1">
            <a:spLocks/>
          </p:cNvSpPr>
          <p:nvPr/>
        </p:nvSpPr>
        <p:spPr>
          <a:xfrm>
            <a:off x="7111265" y="5499723"/>
            <a:ext cx="1740460" cy="36512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lumMod val="65000"/>
                    <a:lumOff val="3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l-PL" sz="1600" b="1" err="1">
                <a:solidFill>
                  <a:schemeClr val="tx2"/>
                </a:solidFill>
                <a:latin typeface="gg sans"/>
              </a:rPr>
              <a:t>Messages</a:t>
            </a:r>
            <a:endParaRPr lang="pl-PL" sz="1600" b="1">
              <a:solidFill>
                <a:schemeClr val="tx2"/>
              </a:solidFill>
              <a:latin typeface="gg sans"/>
            </a:endParaRPr>
          </a:p>
        </p:txBody>
      </p:sp>
      <p:sp>
        <p:nvSpPr>
          <p:cNvPr id="19" name="Symbol zastępczy tekstu 4">
            <a:extLst>
              <a:ext uri="{FF2B5EF4-FFF2-40B4-BE49-F238E27FC236}">
                <a16:creationId xmlns:a16="http://schemas.microsoft.com/office/drawing/2014/main" id="{9D86AD42-68ED-18A0-22F0-D2B6739C95D1}"/>
              </a:ext>
            </a:extLst>
          </p:cNvPr>
          <p:cNvSpPr txBox="1">
            <a:spLocks/>
          </p:cNvSpPr>
          <p:nvPr/>
        </p:nvSpPr>
        <p:spPr>
          <a:xfrm>
            <a:off x="8929001" y="5502342"/>
            <a:ext cx="1847973" cy="36512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lumMod val="65000"/>
                    <a:lumOff val="3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lumMod val="65000"/>
                    <a:lumOff val="35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l-PL" sz="1600" b="1">
                <a:solidFill>
                  <a:schemeClr val="tx2"/>
                </a:solidFill>
                <a:latin typeface="gg sans"/>
              </a:rPr>
              <a:t>Profile panel</a:t>
            </a:r>
          </a:p>
        </p:txBody>
      </p:sp>
    </p:spTree>
    <p:extLst>
      <p:ext uri="{BB962C8B-B14F-4D97-AF65-F5344CB8AC3E}">
        <p14:creationId xmlns:p14="http://schemas.microsoft.com/office/powerpoint/2010/main" val="2641893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8312C87-BB1F-9C52-B7BE-36A838DC5EBC}"/>
              </a:ext>
            </a:extLst>
          </p:cNvPr>
          <p:cNvSpPr>
            <a:spLocks noGrp="1"/>
          </p:cNvSpPr>
          <p:nvPr>
            <p:ph type="title"/>
          </p:nvPr>
        </p:nvSpPr>
        <p:spPr>
          <a:xfrm>
            <a:off x="1102699" y="4653"/>
            <a:ext cx="9986601" cy="1133293"/>
          </a:xfrm>
        </p:spPr>
        <p:txBody>
          <a:bodyPr/>
          <a:lstStyle/>
          <a:p>
            <a:pPr algn="ctr"/>
            <a:r>
              <a:rPr lang="pl-PL" b="1" dirty="0" err="1">
                <a:solidFill>
                  <a:schemeClr val="tx2"/>
                </a:solidFill>
                <a:latin typeface="Times New Roman"/>
                <a:cs typeface="Times New Roman"/>
              </a:rPr>
              <a:t>Risk</a:t>
            </a:r>
            <a:r>
              <a:rPr lang="pl-PL" b="1" dirty="0">
                <a:solidFill>
                  <a:schemeClr val="tx2"/>
                </a:solidFill>
                <a:latin typeface="Times New Roman"/>
                <a:cs typeface="Times New Roman"/>
              </a:rPr>
              <a:t> </a:t>
            </a:r>
            <a:r>
              <a:rPr lang="pl-PL" b="1" dirty="0" err="1">
                <a:solidFill>
                  <a:schemeClr val="tx2"/>
                </a:solidFill>
                <a:latin typeface="Times New Roman"/>
                <a:cs typeface="Times New Roman"/>
              </a:rPr>
              <a:t>Assessment</a:t>
            </a:r>
            <a:r>
              <a:rPr lang="pl-PL" b="1" dirty="0">
                <a:solidFill>
                  <a:schemeClr val="tx2"/>
                </a:solidFill>
                <a:latin typeface="Times New Roman"/>
                <a:cs typeface="Times New Roman"/>
              </a:rPr>
              <a:t> and </a:t>
            </a:r>
            <a:r>
              <a:rPr lang="pl-PL" b="1" dirty="0" err="1">
                <a:solidFill>
                  <a:schemeClr val="tx2"/>
                </a:solidFill>
                <a:latin typeface="Times New Roman"/>
                <a:cs typeface="Times New Roman"/>
              </a:rPr>
              <a:t>Mitigation</a:t>
            </a:r>
            <a:r>
              <a:rPr lang="pl-PL" b="1" dirty="0">
                <a:solidFill>
                  <a:schemeClr val="tx2"/>
                </a:solidFill>
                <a:latin typeface="Times New Roman"/>
                <a:cs typeface="Times New Roman"/>
              </a:rPr>
              <a:t> Plan</a:t>
            </a:r>
            <a:endParaRPr lang="pl-PL" b="1" dirty="0">
              <a:solidFill>
                <a:schemeClr val="tx2"/>
              </a:solidFill>
              <a:cs typeface="Times New Roman"/>
            </a:endParaRPr>
          </a:p>
        </p:txBody>
      </p:sp>
      <p:sp>
        <p:nvSpPr>
          <p:cNvPr id="4" name="Symbol zastępczy tekstu 3">
            <a:extLst>
              <a:ext uri="{FF2B5EF4-FFF2-40B4-BE49-F238E27FC236}">
                <a16:creationId xmlns:a16="http://schemas.microsoft.com/office/drawing/2014/main" id="{9B4929B4-B211-08B8-7B07-76C24AD997F4}"/>
              </a:ext>
            </a:extLst>
          </p:cNvPr>
          <p:cNvSpPr>
            <a:spLocks noGrp="1"/>
          </p:cNvSpPr>
          <p:nvPr>
            <p:ph type="body" idx="1"/>
          </p:nvPr>
        </p:nvSpPr>
        <p:spPr>
          <a:xfrm>
            <a:off x="-2986" y="1155124"/>
            <a:ext cx="3578411" cy="610673"/>
          </a:xfrm>
        </p:spPr>
        <p:txBody>
          <a:bodyPr>
            <a:noAutofit/>
          </a:bodyPr>
          <a:lstStyle/>
          <a:p>
            <a:pPr algn="ctr"/>
            <a:r>
              <a:rPr lang="pl-PL" b="1" dirty="0">
                <a:solidFill>
                  <a:schemeClr val="tx2"/>
                </a:solidFill>
                <a:latin typeface="Times New Roman"/>
                <a:cs typeface="Times New Roman"/>
              </a:rPr>
              <a:t>Data </a:t>
            </a:r>
            <a:r>
              <a:rPr lang="pl-PL" b="1" dirty="0" err="1">
                <a:solidFill>
                  <a:schemeClr val="tx2"/>
                </a:solidFill>
                <a:latin typeface="Times New Roman"/>
                <a:cs typeface="Times New Roman"/>
              </a:rPr>
              <a:t>Privacy</a:t>
            </a:r>
            <a:r>
              <a:rPr lang="pl-PL" b="1" dirty="0">
                <a:solidFill>
                  <a:schemeClr val="tx2"/>
                </a:solidFill>
                <a:latin typeface="Times New Roman"/>
                <a:cs typeface="Times New Roman"/>
              </a:rPr>
              <a:t> </a:t>
            </a:r>
            <a:br>
              <a:rPr lang="pl-PL" b="1" dirty="0">
                <a:solidFill>
                  <a:schemeClr val="tx2"/>
                </a:solidFill>
                <a:latin typeface="Times New Roman"/>
                <a:cs typeface="Times New Roman"/>
              </a:rPr>
            </a:br>
            <a:r>
              <a:rPr lang="pl-PL" b="1" dirty="0">
                <a:solidFill>
                  <a:schemeClr val="tx2"/>
                </a:solidFill>
                <a:latin typeface="Times New Roman"/>
                <a:cs typeface="Times New Roman"/>
              </a:rPr>
              <a:t>and Security </a:t>
            </a:r>
            <a:r>
              <a:rPr lang="pl-PL" b="1" dirty="0" err="1">
                <a:solidFill>
                  <a:schemeClr val="tx2"/>
                </a:solidFill>
                <a:latin typeface="Times New Roman"/>
                <a:cs typeface="Times New Roman"/>
              </a:rPr>
              <a:t>Concerns</a:t>
            </a:r>
            <a:endParaRPr lang="pl-PL" b="1" dirty="0">
              <a:solidFill>
                <a:schemeClr val="tx2"/>
              </a:solidFill>
              <a:latin typeface="Times New Roman"/>
            </a:endParaRPr>
          </a:p>
        </p:txBody>
      </p:sp>
      <p:sp>
        <p:nvSpPr>
          <p:cNvPr id="13" name="Symbol zastępczy tekstu 12">
            <a:extLst>
              <a:ext uri="{FF2B5EF4-FFF2-40B4-BE49-F238E27FC236}">
                <a16:creationId xmlns:a16="http://schemas.microsoft.com/office/drawing/2014/main" id="{22A3A6D7-0F8D-790B-0E16-26EB5D3B2E55}"/>
              </a:ext>
            </a:extLst>
          </p:cNvPr>
          <p:cNvSpPr>
            <a:spLocks noGrp="1"/>
          </p:cNvSpPr>
          <p:nvPr>
            <p:ph type="body" sz="quarter" idx="3"/>
          </p:nvPr>
        </p:nvSpPr>
        <p:spPr>
          <a:xfrm>
            <a:off x="8610600" y="1155124"/>
            <a:ext cx="3581400" cy="610673"/>
          </a:xfrm>
        </p:spPr>
        <p:txBody>
          <a:bodyPr>
            <a:noAutofit/>
          </a:bodyPr>
          <a:lstStyle/>
          <a:p>
            <a:pPr algn="ctr"/>
            <a:r>
              <a:rPr lang="pl-PL" b="1" dirty="0" err="1">
                <a:solidFill>
                  <a:schemeClr val="tx2"/>
                </a:solidFill>
                <a:latin typeface="Times New Roman"/>
                <a:cs typeface="Times New Roman"/>
              </a:rPr>
              <a:t>Mismatch</a:t>
            </a:r>
            <a:r>
              <a:rPr lang="pl-PL" b="1" dirty="0">
                <a:solidFill>
                  <a:schemeClr val="tx2"/>
                </a:solidFill>
                <a:latin typeface="Times New Roman"/>
                <a:cs typeface="Times New Roman"/>
              </a:rPr>
              <a:t> in </a:t>
            </a:r>
            <a:r>
              <a:rPr lang="pl-PL" b="1" dirty="0" err="1">
                <a:solidFill>
                  <a:schemeClr val="tx2"/>
                </a:solidFill>
                <a:latin typeface="Times New Roman"/>
                <a:cs typeface="Times New Roman"/>
              </a:rPr>
              <a:t>Group</a:t>
            </a:r>
            <a:r>
              <a:rPr lang="pl-PL" b="1" dirty="0">
                <a:solidFill>
                  <a:schemeClr val="tx2"/>
                </a:solidFill>
                <a:latin typeface="Times New Roman"/>
                <a:cs typeface="Times New Roman"/>
              </a:rPr>
              <a:t> </a:t>
            </a:r>
            <a:r>
              <a:rPr lang="pl-PL" b="1" dirty="0" err="1">
                <a:solidFill>
                  <a:schemeClr val="tx2"/>
                </a:solidFill>
                <a:latin typeface="Times New Roman"/>
                <a:cs typeface="Times New Roman"/>
              </a:rPr>
              <a:t>Recommendations</a:t>
            </a:r>
            <a:endParaRPr lang="pl-PL" dirty="0">
              <a:solidFill>
                <a:schemeClr val="tx2"/>
              </a:solidFill>
              <a:latin typeface="Times New Roman"/>
              <a:cs typeface="Times New Roman"/>
            </a:endParaRPr>
          </a:p>
        </p:txBody>
      </p:sp>
      <p:sp>
        <p:nvSpPr>
          <p:cNvPr id="15" name="Symbol zastępczy tekstu 14">
            <a:extLst>
              <a:ext uri="{FF2B5EF4-FFF2-40B4-BE49-F238E27FC236}">
                <a16:creationId xmlns:a16="http://schemas.microsoft.com/office/drawing/2014/main" id="{707304EF-076C-C268-DF51-F28632E0A518}"/>
              </a:ext>
            </a:extLst>
          </p:cNvPr>
          <p:cNvSpPr>
            <a:spLocks noGrp="1"/>
          </p:cNvSpPr>
          <p:nvPr>
            <p:ph type="body" sz="quarter" idx="14"/>
          </p:nvPr>
        </p:nvSpPr>
        <p:spPr>
          <a:xfrm>
            <a:off x="0" y="1794235"/>
            <a:ext cx="3578411" cy="1379395"/>
          </a:xfrm>
        </p:spPr>
        <p:txBody>
          <a:bodyPr vert="horz" lIns="91440" tIns="45720" rIns="91440" bIns="45720" rtlCol="0" anchor="t">
            <a:noAutofit/>
          </a:bodyPr>
          <a:lstStyle/>
          <a:p>
            <a:pPr algn="ctr"/>
            <a:r>
              <a:rPr lang="pl-PL" sz="1800" dirty="0">
                <a:solidFill>
                  <a:schemeClr val="tx2"/>
                </a:solidFill>
                <a:latin typeface="gg sans"/>
                <a:ea typeface="+mn-lt"/>
                <a:cs typeface="+mn-lt"/>
              </a:rPr>
              <a:t>We </a:t>
            </a:r>
            <a:r>
              <a:rPr lang="pl-PL" sz="1800" dirty="0" err="1">
                <a:solidFill>
                  <a:schemeClr val="tx2"/>
                </a:solidFill>
                <a:latin typeface="gg sans"/>
                <a:ea typeface="+mn-lt"/>
                <a:cs typeface="+mn-lt"/>
              </a:rPr>
              <a:t>need</a:t>
            </a:r>
            <a:r>
              <a:rPr lang="pl-PL" sz="1800" dirty="0">
                <a:solidFill>
                  <a:schemeClr val="tx2"/>
                </a:solidFill>
                <a:latin typeface="gg sans"/>
                <a:ea typeface="+mn-lt"/>
                <a:cs typeface="+mn-lt"/>
              </a:rPr>
              <a:t> to </a:t>
            </a:r>
            <a:r>
              <a:rPr lang="pl-PL" sz="1800" dirty="0" err="1">
                <a:solidFill>
                  <a:schemeClr val="tx2"/>
                </a:solidFill>
                <a:latin typeface="gg sans"/>
                <a:ea typeface="+mn-lt"/>
                <a:cs typeface="+mn-lt"/>
              </a:rPr>
              <a:t>ensure</a:t>
            </a:r>
            <a:r>
              <a:rPr lang="pl-PL" sz="1800" dirty="0">
                <a:solidFill>
                  <a:schemeClr val="tx2"/>
                </a:solidFill>
                <a:latin typeface="gg sans"/>
                <a:ea typeface="+mn-lt"/>
                <a:cs typeface="+mn-lt"/>
              </a:rPr>
              <a:t> GDPR, </a:t>
            </a:r>
            <a:r>
              <a:rPr lang="pl-PL" sz="1800" dirty="0" err="1">
                <a:solidFill>
                  <a:schemeClr val="tx2"/>
                </a:solidFill>
                <a:latin typeface="gg sans"/>
                <a:ea typeface="+mn-lt"/>
                <a:cs typeface="+mn-lt"/>
              </a:rPr>
              <a:t>implement</a:t>
            </a:r>
            <a:r>
              <a:rPr lang="pl-PL" sz="1800" dirty="0">
                <a:solidFill>
                  <a:schemeClr val="tx2"/>
                </a:solidFill>
                <a:latin typeface="gg sans"/>
                <a:ea typeface="+mn-lt"/>
                <a:cs typeface="+mn-lt"/>
              </a:rPr>
              <a:t> end-to-end </a:t>
            </a:r>
            <a:r>
              <a:rPr lang="pl-PL" sz="1800" dirty="0" err="1">
                <a:solidFill>
                  <a:schemeClr val="tx2"/>
                </a:solidFill>
                <a:latin typeface="gg sans"/>
                <a:ea typeface="+mn-lt"/>
                <a:cs typeface="+mn-lt"/>
              </a:rPr>
              <a:t>encryption</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multi-factor</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authentication</a:t>
            </a:r>
            <a:r>
              <a:rPr lang="pl-PL" sz="1800" dirty="0">
                <a:solidFill>
                  <a:schemeClr val="tx2"/>
                </a:solidFill>
                <a:latin typeface="gg sans"/>
                <a:ea typeface="+mn-lt"/>
                <a:cs typeface="+mn-lt"/>
              </a:rPr>
              <a:t> (MFA) and </a:t>
            </a:r>
            <a:r>
              <a:rPr lang="pl-PL" sz="1800" dirty="0" err="1">
                <a:solidFill>
                  <a:schemeClr val="tx2"/>
                </a:solidFill>
                <a:latin typeface="gg sans"/>
                <a:ea typeface="+mn-lt"/>
                <a:cs typeface="+mn-lt"/>
              </a:rPr>
              <a:t>conduct</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regular</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security</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audits</a:t>
            </a:r>
            <a:r>
              <a:rPr lang="pl-PL" sz="1800" dirty="0">
                <a:solidFill>
                  <a:schemeClr val="tx2"/>
                </a:solidFill>
                <a:latin typeface="gg sans"/>
                <a:ea typeface="+mn-lt"/>
                <a:cs typeface="+mn-lt"/>
              </a:rPr>
              <a:t>.</a:t>
            </a:r>
            <a:endParaRPr lang="pl-PL" sz="1800" dirty="0">
              <a:solidFill>
                <a:schemeClr val="tx2"/>
              </a:solidFill>
              <a:latin typeface="gg sans"/>
            </a:endParaRPr>
          </a:p>
        </p:txBody>
      </p:sp>
      <p:sp>
        <p:nvSpPr>
          <p:cNvPr id="16" name="Symbol zastępczy tekstu 15">
            <a:extLst>
              <a:ext uri="{FF2B5EF4-FFF2-40B4-BE49-F238E27FC236}">
                <a16:creationId xmlns:a16="http://schemas.microsoft.com/office/drawing/2014/main" id="{A774AF78-ECD3-1901-5582-9D49592F7097}"/>
              </a:ext>
            </a:extLst>
          </p:cNvPr>
          <p:cNvSpPr>
            <a:spLocks noGrp="1"/>
          </p:cNvSpPr>
          <p:nvPr>
            <p:ph type="body" sz="quarter" idx="15"/>
          </p:nvPr>
        </p:nvSpPr>
        <p:spPr>
          <a:xfrm>
            <a:off x="8604625" y="1794235"/>
            <a:ext cx="3581401" cy="1679286"/>
          </a:xfrm>
        </p:spPr>
        <p:txBody>
          <a:bodyPr vert="horz" lIns="91440" tIns="45720" rIns="91440" bIns="45720" rtlCol="0" anchor="t">
            <a:noAutofit/>
          </a:bodyPr>
          <a:lstStyle/>
          <a:p>
            <a:pPr algn="ctr"/>
            <a:r>
              <a:rPr lang="pl-PL" sz="1800" dirty="0">
                <a:solidFill>
                  <a:schemeClr val="tx2"/>
                </a:solidFill>
                <a:latin typeface="gg sans"/>
                <a:ea typeface="+mn-lt"/>
                <a:cs typeface="+mn-lt"/>
              </a:rPr>
              <a:t>In WebM8s we </a:t>
            </a:r>
            <a:r>
              <a:rPr lang="pl-PL" sz="1800" dirty="0" err="1">
                <a:solidFill>
                  <a:schemeClr val="tx2"/>
                </a:solidFill>
                <a:latin typeface="gg sans"/>
                <a:ea typeface="+mn-lt"/>
                <a:cs typeface="+mn-lt"/>
              </a:rPr>
              <a:t>use</a:t>
            </a:r>
            <a:r>
              <a:rPr lang="pl-PL" sz="1800" dirty="0">
                <a:solidFill>
                  <a:schemeClr val="tx2"/>
                </a:solidFill>
                <a:latin typeface="gg sans"/>
                <a:ea typeface="+mn-lt"/>
                <a:cs typeface="+mn-lt"/>
              </a:rPr>
              <a:t> AI-</a:t>
            </a:r>
            <a:r>
              <a:rPr lang="pl-PL" sz="1800" dirty="0" err="1">
                <a:solidFill>
                  <a:schemeClr val="tx2"/>
                </a:solidFill>
                <a:latin typeface="gg sans"/>
                <a:ea typeface="+mn-lt"/>
                <a:cs typeface="+mn-lt"/>
              </a:rPr>
              <a:t>based</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matching</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systems</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refine</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algorithms</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continuously</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using</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user</a:t>
            </a:r>
            <a:r>
              <a:rPr lang="pl-PL" sz="1800" dirty="0">
                <a:solidFill>
                  <a:schemeClr val="tx2"/>
                </a:solidFill>
                <a:latin typeface="gg sans"/>
                <a:ea typeface="+mn-lt"/>
                <a:cs typeface="+mn-lt"/>
              </a:rPr>
              <a:t> feedback, and </a:t>
            </a:r>
            <a:r>
              <a:rPr lang="pl-PL" sz="1800" dirty="0" err="1">
                <a:solidFill>
                  <a:schemeClr val="tx2"/>
                </a:solidFill>
                <a:latin typeface="gg sans"/>
                <a:ea typeface="+mn-lt"/>
                <a:cs typeface="+mn-lt"/>
              </a:rPr>
              <a:t>provide</a:t>
            </a:r>
            <a:r>
              <a:rPr lang="pl-PL" sz="1800" dirty="0">
                <a:solidFill>
                  <a:schemeClr val="tx2"/>
                </a:solidFill>
                <a:latin typeface="gg sans"/>
                <a:ea typeface="+mn-lt"/>
                <a:cs typeface="+mn-lt"/>
              </a:rPr>
              <a:t> manual </a:t>
            </a:r>
            <a:r>
              <a:rPr lang="pl-PL" sz="1800" dirty="0" err="1">
                <a:solidFill>
                  <a:schemeClr val="tx2"/>
                </a:solidFill>
                <a:latin typeface="gg sans"/>
                <a:ea typeface="+mn-lt"/>
                <a:cs typeface="+mn-lt"/>
              </a:rPr>
              <a:t>customization</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options</a:t>
            </a:r>
            <a:r>
              <a:rPr lang="pl-PL" sz="1800" dirty="0">
                <a:solidFill>
                  <a:schemeClr val="tx2"/>
                </a:solidFill>
                <a:latin typeface="gg sans"/>
                <a:ea typeface="+mn-lt"/>
                <a:cs typeface="+mn-lt"/>
              </a:rPr>
              <a:t> for </a:t>
            </a:r>
            <a:r>
              <a:rPr lang="pl-PL" sz="1800" dirty="0" err="1">
                <a:solidFill>
                  <a:schemeClr val="tx2"/>
                </a:solidFill>
                <a:latin typeface="gg sans"/>
                <a:ea typeface="+mn-lt"/>
                <a:cs typeface="+mn-lt"/>
              </a:rPr>
              <a:t>better</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match</a:t>
            </a:r>
            <a:r>
              <a:rPr lang="pl-PL" sz="1800" dirty="0">
                <a:solidFill>
                  <a:schemeClr val="tx2"/>
                </a:solidFill>
                <a:latin typeface="gg sans"/>
                <a:ea typeface="+mn-lt"/>
                <a:cs typeface="+mn-lt"/>
              </a:rPr>
              <a:t>.</a:t>
            </a:r>
            <a:endParaRPr lang="pl-PL" sz="1800" dirty="0">
              <a:solidFill>
                <a:schemeClr val="tx2"/>
              </a:solidFill>
              <a:latin typeface="gg sans"/>
              <a:ea typeface="Source Sans Pro Light"/>
            </a:endParaRPr>
          </a:p>
        </p:txBody>
      </p:sp>
      <p:sp>
        <p:nvSpPr>
          <p:cNvPr id="17" name="Symbol zastępczy tekstu 16">
            <a:extLst>
              <a:ext uri="{FF2B5EF4-FFF2-40B4-BE49-F238E27FC236}">
                <a16:creationId xmlns:a16="http://schemas.microsoft.com/office/drawing/2014/main" id="{165882FA-7F56-2690-434A-D54DE71BE4D1}"/>
              </a:ext>
            </a:extLst>
          </p:cNvPr>
          <p:cNvSpPr>
            <a:spLocks noGrp="1"/>
          </p:cNvSpPr>
          <p:nvPr>
            <p:ph type="body" idx="16"/>
          </p:nvPr>
        </p:nvSpPr>
        <p:spPr>
          <a:xfrm>
            <a:off x="-2985" y="3502273"/>
            <a:ext cx="3578410" cy="655292"/>
          </a:xfrm>
        </p:spPr>
        <p:txBody>
          <a:bodyPr vert="horz" lIns="91440" tIns="45720" rIns="91440" bIns="45720" rtlCol="0" anchor="b">
            <a:noAutofit/>
          </a:bodyPr>
          <a:lstStyle/>
          <a:p>
            <a:pPr algn="ctr"/>
            <a:r>
              <a:rPr lang="pl-PL" b="1" dirty="0">
                <a:solidFill>
                  <a:schemeClr val="tx2"/>
                </a:solidFill>
                <a:latin typeface="Times New Roman"/>
                <a:cs typeface="Times New Roman"/>
              </a:rPr>
              <a:t>Platform </a:t>
            </a:r>
            <a:r>
              <a:rPr lang="pl-PL" b="1" dirty="0" err="1">
                <a:solidFill>
                  <a:schemeClr val="tx2"/>
                </a:solidFill>
                <a:latin typeface="Times New Roman"/>
                <a:cs typeface="Times New Roman"/>
              </a:rPr>
              <a:t>Downtime</a:t>
            </a:r>
            <a:r>
              <a:rPr lang="pl-PL" b="1" dirty="0">
                <a:solidFill>
                  <a:schemeClr val="tx2"/>
                </a:solidFill>
                <a:latin typeface="Times New Roman"/>
                <a:cs typeface="Times New Roman"/>
              </a:rPr>
              <a:t> and </a:t>
            </a:r>
            <a:r>
              <a:rPr lang="pl-PL" b="1" dirty="0" err="1">
                <a:solidFill>
                  <a:schemeClr val="tx2"/>
                </a:solidFill>
                <a:latin typeface="Times New Roman"/>
                <a:cs typeface="Times New Roman"/>
              </a:rPr>
              <a:t>Scalability</a:t>
            </a:r>
            <a:r>
              <a:rPr lang="pl-PL" b="1" dirty="0">
                <a:solidFill>
                  <a:schemeClr val="tx2"/>
                </a:solidFill>
                <a:latin typeface="Times New Roman"/>
                <a:cs typeface="Times New Roman"/>
              </a:rPr>
              <a:t> </a:t>
            </a:r>
            <a:r>
              <a:rPr lang="pl-PL" b="1" dirty="0" err="1">
                <a:solidFill>
                  <a:schemeClr val="tx2"/>
                </a:solidFill>
                <a:latin typeface="Times New Roman"/>
                <a:cs typeface="Times New Roman"/>
              </a:rPr>
              <a:t>Challenges</a:t>
            </a:r>
            <a:endParaRPr lang="pl-PL" dirty="0">
              <a:solidFill>
                <a:schemeClr val="tx2"/>
              </a:solidFill>
              <a:latin typeface="Times New Roman"/>
              <a:cs typeface="Times New Roman"/>
            </a:endParaRPr>
          </a:p>
        </p:txBody>
      </p:sp>
      <p:sp>
        <p:nvSpPr>
          <p:cNvPr id="18" name="Symbol zastępczy tekstu 17">
            <a:extLst>
              <a:ext uri="{FF2B5EF4-FFF2-40B4-BE49-F238E27FC236}">
                <a16:creationId xmlns:a16="http://schemas.microsoft.com/office/drawing/2014/main" id="{C7B5A25B-D022-5976-53CF-3260872F9219}"/>
              </a:ext>
            </a:extLst>
          </p:cNvPr>
          <p:cNvSpPr>
            <a:spLocks noGrp="1"/>
          </p:cNvSpPr>
          <p:nvPr>
            <p:ph type="body" sz="quarter" idx="17"/>
          </p:nvPr>
        </p:nvSpPr>
        <p:spPr>
          <a:xfrm>
            <a:off x="8604624" y="3775257"/>
            <a:ext cx="3581402" cy="586522"/>
          </a:xfrm>
        </p:spPr>
        <p:txBody>
          <a:bodyPr>
            <a:noAutofit/>
          </a:bodyPr>
          <a:lstStyle/>
          <a:p>
            <a:pPr algn="ctr"/>
            <a:r>
              <a:rPr lang="pl-PL" b="1" dirty="0" err="1">
                <a:solidFill>
                  <a:schemeClr val="tx2"/>
                </a:solidFill>
                <a:latin typeface="Times New Roman"/>
                <a:cs typeface="Times New Roman"/>
              </a:rPr>
              <a:t>Slow</a:t>
            </a:r>
            <a:r>
              <a:rPr lang="pl-PL" b="1" dirty="0">
                <a:solidFill>
                  <a:schemeClr val="tx2"/>
                </a:solidFill>
                <a:latin typeface="Times New Roman"/>
                <a:cs typeface="Times New Roman"/>
              </a:rPr>
              <a:t> User </a:t>
            </a:r>
            <a:r>
              <a:rPr lang="pl-PL" b="1" dirty="0" err="1">
                <a:solidFill>
                  <a:schemeClr val="tx2"/>
                </a:solidFill>
                <a:latin typeface="Times New Roman"/>
                <a:cs typeface="Times New Roman"/>
              </a:rPr>
              <a:t>Adoption</a:t>
            </a:r>
            <a:r>
              <a:rPr lang="pl-PL" b="1" dirty="0">
                <a:solidFill>
                  <a:schemeClr val="tx2"/>
                </a:solidFill>
                <a:latin typeface="Times New Roman"/>
                <a:cs typeface="Times New Roman"/>
              </a:rPr>
              <a:t> </a:t>
            </a:r>
            <a:br>
              <a:rPr lang="pl-PL" b="1" dirty="0">
                <a:solidFill>
                  <a:schemeClr val="tx2"/>
                </a:solidFill>
                <a:latin typeface="Times New Roman"/>
                <a:cs typeface="Times New Roman"/>
              </a:rPr>
            </a:br>
            <a:r>
              <a:rPr lang="pl-PL" b="1" dirty="0">
                <a:solidFill>
                  <a:schemeClr val="tx2"/>
                </a:solidFill>
                <a:latin typeface="Times New Roman"/>
                <a:cs typeface="Times New Roman"/>
              </a:rPr>
              <a:t>and Engagement</a:t>
            </a:r>
          </a:p>
        </p:txBody>
      </p:sp>
      <p:sp>
        <p:nvSpPr>
          <p:cNvPr id="19" name="Symbol zastępczy tekstu 18">
            <a:extLst>
              <a:ext uri="{FF2B5EF4-FFF2-40B4-BE49-F238E27FC236}">
                <a16:creationId xmlns:a16="http://schemas.microsoft.com/office/drawing/2014/main" id="{DDB66D46-13D3-B5F8-C462-66F66C41424E}"/>
              </a:ext>
            </a:extLst>
          </p:cNvPr>
          <p:cNvSpPr>
            <a:spLocks noGrp="1"/>
          </p:cNvSpPr>
          <p:nvPr>
            <p:ph type="body" sz="quarter" idx="18"/>
          </p:nvPr>
        </p:nvSpPr>
        <p:spPr>
          <a:xfrm>
            <a:off x="10459" y="4145698"/>
            <a:ext cx="3576918" cy="1776707"/>
          </a:xfrm>
        </p:spPr>
        <p:txBody>
          <a:bodyPr vert="horz" lIns="91440" tIns="45720" rIns="91440" bIns="45720" rtlCol="0" anchor="t">
            <a:noAutofit/>
          </a:bodyPr>
          <a:lstStyle/>
          <a:p>
            <a:pPr algn="ctr"/>
            <a:r>
              <a:rPr lang="pl-PL" sz="1800" dirty="0">
                <a:solidFill>
                  <a:schemeClr val="tx2"/>
                </a:solidFill>
                <a:latin typeface="gg sans"/>
                <a:ea typeface="+mn-lt"/>
                <a:cs typeface="+mn-lt"/>
              </a:rPr>
              <a:t>We </a:t>
            </a:r>
            <a:r>
              <a:rPr lang="pl-PL" sz="1800" dirty="0" err="1">
                <a:solidFill>
                  <a:schemeClr val="tx2"/>
                </a:solidFill>
                <a:latin typeface="gg sans"/>
                <a:ea typeface="+mn-lt"/>
                <a:cs typeface="+mn-lt"/>
              </a:rPr>
              <a:t>will</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employ</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cloud-based</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infrastructure</a:t>
            </a:r>
            <a:r>
              <a:rPr lang="pl-PL" sz="1800" dirty="0">
                <a:solidFill>
                  <a:schemeClr val="tx2"/>
                </a:solidFill>
                <a:latin typeface="gg sans"/>
                <a:ea typeface="+mn-lt"/>
                <a:cs typeface="+mn-lt"/>
              </a:rPr>
              <a:t> with </a:t>
            </a:r>
            <a:r>
              <a:rPr lang="pl-PL" sz="1800" dirty="0" err="1">
                <a:solidFill>
                  <a:schemeClr val="tx2"/>
                </a:solidFill>
                <a:latin typeface="gg sans"/>
                <a:ea typeface="+mn-lt"/>
                <a:cs typeface="+mn-lt"/>
              </a:rPr>
              <a:t>redundancy</a:t>
            </a:r>
            <a:r>
              <a:rPr lang="pl-PL" sz="1800" dirty="0">
                <a:solidFill>
                  <a:schemeClr val="tx2"/>
                </a:solidFill>
                <a:latin typeface="gg sans"/>
                <a:ea typeface="+mn-lt"/>
                <a:cs typeface="+mn-lt"/>
              </a:rPr>
              <a:t>, real-</a:t>
            </a:r>
            <a:r>
              <a:rPr lang="pl-PL" sz="1800" dirty="0" err="1">
                <a:solidFill>
                  <a:schemeClr val="tx2"/>
                </a:solidFill>
                <a:latin typeface="gg sans"/>
                <a:ea typeface="+mn-lt"/>
                <a:cs typeface="+mn-lt"/>
              </a:rPr>
              <a:t>time</a:t>
            </a:r>
            <a:r>
              <a:rPr lang="pl-PL" sz="1800" dirty="0">
                <a:solidFill>
                  <a:schemeClr val="tx2"/>
                </a:solidFill>
                <a:latin typeface="gg sans"/>
                <a:ea typeface="+mn-lt"/>
                <a:cs typeface="+mn-lt"/>
              </a:rPr>
              <a:t> monitoring, and </a:t>
            </a:r>
            <a:r>
              <a:rPr lang="pl-PL" sz="1800" dirty="0" err="1">
                <a:solidFill>
                  <a:schemeClr val="tx2"/>
                </a:solidFill>
                <a:latin typeface="gg sans"/>
                <a:ea typeface="+mn-lt"/>
                <a:cs typeface="+mn-lt"/>
              </a:rPr>
              <a:t>scalable</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solutions</a:t>
            </a:r>
            <a:r>
              <a:rPr lang="pl-PL" sz="1800" dirty="0">
                <a:solidFill>
                  <a:schemeClr val="tx2"/>
                </a:solidFill>
                <a:latin typeface="gg sans"/>
                <a:ea typeface="+mn-lt"/>
                <a:cs typeface="+mn-lt"/>
              </a:rPr>
              <a:t> to </a:t>
            </a:r>
            <a:r>
              <a:rPr lang="pl-PL" sz="1800" dirty="0" err="1">
                <a:solidFill>
                  <a:schemeClr val="tx2"/>
                </a:solidFill>
                <a:latin typeface="gg sans"/>
                <a:ea typeface="+mn-lt"/>
                <a:cs typeface="+mn-lt"/>
              </a:rPr>
              <a:t>ensure</a:t>
            </a:r>
            <a:r>
              <a:rPr lang="pl-PL" sz="1800" dirty="0">
                <a:solidFill>
                  <a:schemeClr val="tx2"/>
                </a:solidFill>
                <a:latin typeface="gg sans"/>
                <a:ea typeface="+mn-lt"/>
                <a:cs typeface="+mn-lt"/>
              </a:rPr>
              <a:t> platform </a:t>
            </a:r>
            <a:r>
              <a:rPr lang="pl-PL" sz="1800" dirty="0" err="1">
                <a:solidFill>
                  <a:schemeClr val="tx2"/>
                </a:solidFill>
                <a:latin typeface="gg sans"/>
                <a:ea typeface="+mn-lt"/>
                <a:cs typeface="+mn-lt"/>
              </a:rPr>
              <a:t>reliability</a:t>
            </a:r>
            <a:r>
              <a:rPr lang="pl-PL" sz="1800" dirty="0">
                <a:solidFill>
                  <a:schemeClr val="tx2"/>
                </a:solidFill>
                <a:latin typeface="gg sans"/>
                <a:ea typeface="+mn-lt"/>
                <a:cs typeface="+mn-lt"/>
              </a:rPr>
              <a:t>.</a:t>
            </a:r>
          </a:p>
        </p:txBody>
      </p:sp>
      <p:sp>
        <p:nvSpPr>
          <p:cNvPr id="20" name="Symbol zastępczy tekstu 19">
            <a:extLst>
              <a:ext uri="{FF2B5EF4-FFF2-40B4-BE49-F238E27FC236}">
                <a16:creationId xmlns:a16="http://schemas.microsoft.com/office/drawing/2014/main" id="{72379DDB-3572-AEEA-DEC9-91FBACFAA288}"/>
              </a:ext>
            </a:extLst>
          </p:cNvPr>
          <p:cNvSpPr>
            <a:spLocks noGrp="1"/>
          </p:cNvSpPr>
          <p:nvPr>
            <p:ph type="body" sz="quarter" idx="19"/>
          </p:nvPr>
        </p:nvSpPr>
        <p:spPr>
          <a:xfrm>
            <a:off x="8604623" y="4383712"/>
            <a:ext cx="3581403" cy="1542423"/>
          </a:xfrm>
        </p:spPr>
        <p:txBody>
          <a:bodyPr vert="horz" lIns="91440" tIns="45720" rIns="91440" bIns="45720" rtlCol="0" anchor="t">
            <a:noAutofit/>
          </a:bodyPr>
          <a:lstStyle/>
          <a:p>
            <a:pPr algn="ctr"/>
            <a:r>
              <a:rPr lang="pl-PL" sz="1800" dirty="0">
                <a:solidFill>
                  <a:schemeClr val="tx2"/>
                </a:solidFill>
                <a:latin typeface="gg sans"/>
                <a:ea typeface="+mn-lt"/>
                <a:cs typeface="+mn-lt"/>
              </a:rPr>
              <a:t>To </a:t>
            </a:r>
            <a:r>
              <a:rPr lang="pl-PL" sz="1800" dirty="0" err="1">
                <a:solidFill>
                  <a:schemeClr val="tx2"/>
                </a:solidFill>
                <a:latin typeface="gg sans"/>
                <a:ea typeface="+mn-lt"/>
                <a:cs typeface="+mn-lt"/>
              </a:rPr>
              <a:t>ecourage</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usage</a:t>
            </a:r>
            <a:r>
              <a:rPr lang="pl-PL" sz="1800" dirty="0">
                <a:solidFill>
                  <a:schemeClr val="tx2"/>
                </a:solidFill>
                <a:latin typeface="gg sans"/>
                <a:ea typeface="+mn-lt"/>
                <a:cs typeface="+mn-lt"/>
              </a:rPr>
              <a:t> we want to </a:t>
            </a:r>
            <a:r>
              <a:rPr lang="pl-PL" sz="1800" dirty="0" err="1">
                <a:solidFill>
                  <a:schemeClr val="tx2"/>
                </a:solidFill>
                <a:latin typeface="gg sans"/>
                <a:ea typeface="+mn-lt"/>
                <a:cs typeface="+mn-lt"/>
              </a:rPr>
              <a:t>launch</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targeted</a:t>
            </a:r>
            <a:r>
              <a:rPr lang="pl-PL" sz="1800" dirty="0">
                <a:solidFill>
                  <a:schemeClr val="tx2"/>
                </a:solidFill>
                <a:latin typeface="gg sans"/>
                <a:ea typeface="+mn-lt"/>
                <a:cs typeface="+mn-lt"/>
              </a:rPr>
              <a:t> marketing </a:t>
            </a:r>
            <a:r>
              <a:rPr lang="pl-PL" sz="1800" dirty="0" err="1">
                <a:solidFill>
                  <a:schemeClr val="tx2"/>
                </a:solidFill>
                <a:latin typeface="gg sans"/>
                <a:ea typeface="+mn-lt"/>
                <a:cs typeface="+mn-lt"/>
              </a:rPr>
              <a:t>campaigns</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incentivize</a:t>
            </a:r>
            <a:r>
              <a:rPr lang="pl-PL" sz="1800" dirty="0">
                <a:solidFill>
                  <a:schemeClr val="tx2"/>
                </a:solidFill>
                <a:latin typeface="gg sans"/>
                <a:ea typeface="+mn-lt"/>
                <a:cs typeface="+mn-lt"/>
              </a:rPr>
              <a:t> </a:t>
            </a:r>
            <a:r>
              <a:rPr lang="pl-PL" sz="1800" dirty="0" err="1">
                <a:solidFill>
                  <a:schemeClr val="tx2"/>
                </a:solidFill>
                <a:latin typeface="gg sans"/>
                <a:ea typeface="+mn-lt"/>
                <a:cs typeface="+mn-lt"/>
              </a:rPr>
              <a:t>referrals</a:t>
            </a:r>
            <a:r>
              <a:rPr lang="pl-PL" sz="1800" dirty="0">
                <a:solidFill>
                  <a:schemeClr val="tx2"/>
                </a:solidFill>
                <a:latin typeface="gg sans"/>
                <a:ea typeface="+mn-lt"/>
                <a:cs typeface="+mn-lt"/>
              </a:rPr>
              <a:t>, and </a:t>
            </a:r>
            <a:r>
              <a:rPr lang="pl-PL" sz="1800" dirty="0" err="1">
                <a:solidFill>
                  <a:schemeClr val="tx2"/>
                </a:solidFill>
                <a:latin typeface="gg sans"/>
                <a:ea typeface="+mn-lt"/>
                <a:cs typeface="+mn-lt"/>
              </a:rPr>
              <a:t>focus</a:t>
            </a:r>
            <a:r>
              <a:rPr lang="pl-PL" sz="1800" dirty="0">
                <a:solidFill>
                  <a:schemeClr val="tx2"/>
                </a:solidFill>
                <a:latin typeface="gg sans"/>
                <a:ea typeface="+mn-lt"/>
                <a:cs typeface="+mn-lt"/>
              </a:rPr>
              <a:t> on </a:t>
            </a:r>
            <a:r>
              <a:rPr lang="pl-PL" sz="1800" dirty="0" err="1">
                <a:solidFill>
                  <a:schemeClr val="tx2"/>
                </a:solidFill>
                <a:latin typeface="gg sans"/>
                <a:ea typeface="+mn-lt"/>
                <a:cs typeface="+mn-lt"/>
              </a:rPr>
              <a:t>intuitive</a:t>
            </a:r>
            <a:r>
              <a:rPr lang="pl-PL" sz="1800" dirty="0">
                <a:solidFill>
                  <a:schemeClr val="tx2"/>
                </a:solidFill>
                <a:latin typeface="gg sans"/>
                <a:ea typeface="+mn-lt"/>
                <a:cs typeface="+mn-lt"/>
              </a:rPr>
              <a:t> and </a:t>
            </a:r>
            <a:r>
              <a:rPr lang="pl-PL" sz="1800" dirty="0" err="1">
                <a:solidFill>
                  <a:schemeClr val="tx2"/>
                </a:solidFill>
                <a:latin typeface="gg sans"/>
                <a:ea typeface="+mn-lt"/>
                <a:cs typeface="+mn-lt"/>
              </a:rPr>
              <a:t>simple</a:t>
            </a:r>
            <a:r>
              <a:rPr lang="pl-PL" sz="1800" dirty="0">
                <a:solidFill>
                  <a:schemeClr val="tx2"/>
                </a:solidFill>
                <a:latin typeface="gg sans"/>
                <a:ea typeface="+mn-lt"/>
                <a:cs typeface="+mn-lt"/>
              </a:rPr>
              <a:t> design.</a:t>
            </a:r>
            <a:endParaRPr lang="pl-PL" sz="1800" dirty="0">
              <a:solidFill>
                <a:schemeClr val="tx2"/>
              </a:solidFill>
              <a:latin typeface="gg sans"/>
            </a:endParaRPr>
          </a:p>
        </p:txBody>
      </p:sp>
      <p:pic>
        <p:nvPicPr>
          <p:cNvPr id="21" name="Symbol zastępczy obrazu 20" descr="Obraz zawierający kreskówka, clipart, Grafika, projekt graficzny&#10;&#10;Opis wygenerowany automatycznie">
            <a:extLst>
              <a:ext uri="{FF2B5EF4-FFF2-40B4-BE49-F238E27FC236}">
                <a16:creationId xmlns:a16="http://schemas.microsoft.com/office/drawing/2014/main" id="{6C0CF2D7-B5F8-D848-0DF8-96A36BA9B2C5}"/>
              </a:ext>
            </a:extLst>
          </p:cNvPr>
          <p:cNvPicPr>
            <a:picLocks noGrp="1" noChangeAspect="1"/>
          </p:cNvPicPr>
          <p:nvPr>
            <p:ph type="pic" sz="quarter" idx="13"/>
          </p:nvPr>
        </p:nvPicPr>
        <p:blipFill>
          <a:blip r:embed="rId2"/>
          <a:srcRect t="2836" b="2836"/>
          <a:stretch/>
        </p:blipFill>
        <p:spPr>
          <a:xfrm>
            <a:off x="3484944" y="1143331"/>
            <a:ext cx="5035176" cy="3799694"/>
          </a:xfrm>
        </p:spPr>
      </p:pic>
      <p:sp>
        <p:nvSpPr>
          <p:cNvPr id="6" name="Symbol zastępczy daty 5">
            <a:extLst>
              <a:ext uri="{FF2B5EF4-FFF2-40B4-BE49-F238E27FC236}">
                <a16:creationId xmlns:a16="http://schemas.microsoft.com/office/drawing/2014/main" id="{F9FEBE1A-3225-8329-EA93-A4041B7751A0}"/>
              </a:ext>
            </a:extLst>
          </p:cNvPr>
          <p:cNvSpPr>
            <a:spLocks noGrp="1"/>
          </p:cNvSpPr>
          <p:nvPr>
            <p:ph type="dt" sz="half" idx="10"/>
          </p:nvPr>
        </p:nvSpPr>
        <p:spPr/>
        <p:txBody>
          <a:bodyPr/>
          <a:lstStyle/>
          <a:p>
            <a:pPr rtl="0"/>
            <a:r>
              <a:rPr lang="pl-PL" noProof="0">
                <a:solidFill>
                  <a:schemeClr val="tx2"/>
                </a:solidFill>
              </a:rPr>
              <a:t>2024</a:t>
            </a:r>
          </a:p>
        </p:txBody>
      </p:sp>
      <p:sp>
        <p:nvSpPr>
          <p:cNvPr id="9" name="Symbol zastępczy stopki 8">
            <a:extLst>
              <a:ext uri="{FF2B5EF4-FFF2-40B4-BE49-F238E27FC236}">
                <a16:creationId xmlns:a16="http://schemas.microsoft.com/office/drawing/2014/main" id="{77BC62F1-B855-CFD8-5CB9-194B1D77FCAB}"/>
              </a:ext>
            </a:extLst>
          </p:cNvPr>
          <p:cNvSpPr>
            <a:spLocks noGrp="1"/>
          </p:cNvSpPr>
          <p:nvPr>
            <p:ph type="ftr" sz="quarter" idx="11"/>
          </p:nvPr>
        </p:nvSpPr>
        <p:spPr/>
        <p:txBody>
          <a:bodyPr/>
          <a:lstStyle/>
          <a:p>
            <a:pPr rtl="0"/>
            <a:r>
              <a:rPr lang="pl-PL">
                <a:solidFill>
                  <a:schemeClr val="tx2"/>
                </a:solidFill>
              </a:rPr>
              <a:t>WebM8s</a:t>
            </a:r>
            <a:endParaRPr lang="pl-PL" noProof="0">
              <a:solidFill>
                <a:schemeClr val="tx2"/>
              </a:solidFill>
            </a:endParaRPr>
          </a:p>
        </p:txBody>
      </p:sp>
      <p:sp>
        <p:nvSpPr>
          <p:cNvPr id="12" name="Symbol zastępczy numeru slajdu 11">
            <a:extLst>
              <a:ext uri="{FF2B5EF4-FFF2-40B4-BE49-F238E27FC236}">
                <a16:creationId xmlns:a16="http://schemas.microsoft.com/office/drawing/2014/main" id="{8000D8F4-D368-7F99-93FC-FCD6555C7672}"/>
              </a:ext>
            </a:extLst>
          </p:cNvPr>
          <p:cNvSpPr>
            <a:spLocks noGrp="1"/>
          </p:cNvSpPr>
          <p:nvPr>
            <p:ph type="sldNum" sz="quarter" idx="12"/>
          </p:nvPr>
        </p:nvSpPr>
        <p:spPr/>
        <p:txBody>
          <a:bodyPr/>
          <a:lstStyle/>
          <a:p>
            <a:pPr rtl="0"/>
            <a:fld id="{B5CEABB6-07DC-46E8-9B57-56EC44A396E5}" type="slidenum">
              <a:rPr lang="pl-PL" noProof="0" smtClean="0">
                <a:solidFill>
                  <a:schemeClr val="tx2"/>
                </a:solidFill>
              </a:rPr>
              <a:pPr rtl="0"/>
              <a:t>9</a:t>
            </a:fld>
            <a:endParaRPr lang="pl-PL" noProof="0">
              <a:solidFill>
                <a:schemeClr val="tx2"/>
              </a:solidFill>
            </a:endParaRPr>
          </a:p>
        </p:txBody>
      </p:sp>
      <p:sp>
        <p:nvSpPr>
          <p:cNvPr id="3" name="pole tekstowe 2">
            <a:extLst>
              <a:ext uri="{FF2B5EF4-FFF2-40B4-BE49-F238E27FC236}">
                <a16:creationId xmlns:a16="http://schemas.microsoft.com/office/drawing/2014/main" id="{132A2F60-E3C5-0C70-5C91-3C843BA72AE2}"/>
              </a:ext>
            </a:extLst>
          </p:cNvPr>
          <p:cNvSpPr txBox="1"/>
          <p:nvPr/>
        </p:nvSpPr>
        <p:spPr>
          <a:xfrm>
            <a:off x="4551122" y="5302684"/>
            <a:ext cx="3079315"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l-PL" sz="2000" b="1" dirty="0">
                <a:solidFill>
                  <a:schemeClr val="tx2"/>
                </a:solidFill>
                <a:latin typeface="Times New Roman"/>
                <a:cs typeface="Times New Roman"/>
              </a:rPr>
              <a:t>Budget </a:t>
            </a:r>
            <a:r>
              <a:rPr lang="pl-PL" sz="2000" b="1" err="1">
                <a:solidFill>
                  <a:schemeClr val="tx2"/>
                </a:solidFill>
                <a:latin typeface="Times New Roman"/>
                <a:cs typeface="Times New Roman"/>
              </a:rPr>
              <a:t>Constraints</a:t>
            </a:r>
            <a:endParaRPr lang="pl-PL" sz="2000" b="1" dirty="0">
              <a:solidFill>
                <a:schemeClr val="tx2"/>
              </a:solidFill>
              <a:latin typeface="Times New Roman"/>
              <a:cs typeface="Times New Roman"/>
            </a:endParaRPr>
          </a:p>
          <a:p>
            <a:r>
              <a:rPr lang="pl-PL" dirty="0">
                <a:ea typeface="+mn-lt"/>
                <a:cs typeface="+mn-lt"/>
              </a:rPr>
              <a:t>We </a:t>
            </a:r>
            <a:r>
              <a:rPr lang="pl-PL" dirty="0" err="1">
                <a:ea typeface="+mn-lt"/>
                <a:cs typeface="+mn-lt"/>
              </a:rPr>
              <a:t>will</a:t>
            </a:r>
            <a:r>
              <a:rPr lang="pl-PL" dirty="0">
                <a:ea typeface="+mn-lt"/>
                <a:cs typeface="+mn-lt"/>
              </a:rPr>
              <a:t> monitor </a:t>
            </a:r>
            <a:r>
              <a:rPr lang="pl-PL" dirty="0" err="1">
                <a:ea typeface="+mn-lt"/>
                <a:cs typeface="+mn-lt"/>
              </a:rPr>
              <a:t>expenses</a:t>
            </a:r>
            <a:r>
              <a:rPr lang="pl-PL" dirty="0">
                <a:ea typeface="+mn-lt"/>
                <a:cs typeface="+mn-lt"/>
              </a:rPr>
              <a:t> and </a:t>
            </a:r>
            <a:r>
              <a:rPr lang="pl-PL" dirty="0" err="1">
                <a:ea typeface="+mn-lt"/>
                <a:cs typeface="+mn-lt"/>
              </a:rPr>
              <a:t>establish</a:t>
            </a:r>
            <a:r>
              <a:rPr lang="pl-PL" dirty="0">
                <a:ea typeface="+mn-lt"/>
                <a:cs typeface="+mn-lt"/>
              </a:rPr>
              <a:t> </a:t>
            </a:r>
            <a:r>
              <a:rPr lang="pl-PL" dirty="0" err="1">
                <a:ea typeface="+mn-lt"/>
                <a:cs typeface="+mn-lt"/>
              </a:rPr>
              <a:t>strict</a:t>
            </a:r>
            <a:r>
              <a:rPr lang="pl-PL" dirty="0">
                <a:ea typeface="+mn-lt"/>
                <a:cs typeface="+mn-lt"/>
              </a:rPr>
              <a:t> </a:t>
            </a:r>
            <a:r>
              <a:rPr lang="pl-PL" dirty="0" err="1">
                <a:ea typeface="+mn-lt"/>
                <a:cs typeface="+mn-lt"/>
              </a:rPr>
              <a:t>budget</a:t>
            </a:r>
            <a:r>
              <a:rPr lang="pl-PL" dirty="0">
                <a:ea typeface="+mn-lt"/>
                <a:cs typeface="+mn-lt"/>
              </a:rPr>
              <a:t> controls.</a:t>
            </a:r>
            <a:endParaRPr lang="pl-PL" dirty="0"/>
          </a:p>
        </p:txBody>
      </p:sp>
    </p:spTree>
    <p:extLst>
      <p:ext uri="{BB962C8B-B14F-4D97-AF65-F5344CB8AC3E}">
        <p14:creationId xmlns:p14="http://schemas.microsoft.com/office/powerpoint/2010/main" val="3911571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BA6BFCD-A671-0DDF-C709-6436A0BD9270}"/>
              </a:ext>
            </a:extLst>
          </p:cNvPr>
          <p:cNvSpPr>
            <a:spLocks noGrp="1"/>
          </p:cNvSpPr>
          <p:nvPr>
            <p:ph type="title"/>
          </p:nvPr>
        </p:nvSpPr>
        <p:spPr>
          <a:xfrm>
            <a:off x="1401354" y="6397835"/>
            <a:ext cx="9203725" cy="428526"/>
          </a:xfrm>
        </p:spPr>
        <p:txBody>
          <a:bodyPr>
            <a:normAutofit/>
          </a:bodyPr>
          <a:lstStyle/>
          <a:p>
            <a:pPr algn="ctr"/>
            <a:r>
              <a:rPr lang="pl-PL" sz="2000" b="1" dirty="0">
                <a:solidFill>
                  <a:schemeClr val="tx2"/>
                </a:solidFill>
                <a:latin typeface="Times New Roman"/>
                <a:cs typeface="Times New Roman"/>
              </a:rPr>
              <a:t>Budget </a:t>
            </a:r>
            <a:r>
              <a:rPr lang="pl-PL" sz="2000" b="1" err="1">
                <a:solidFill>
                  <a:schemeClr val="tx2"/>
                </a:solidFill>
                <a:latin typeface="Times New Roman"/>
                <a:cs typeface="Times New Roman"/>
              </a:rPr>
              <a:t>Constraints</a:t>
            </a:r>
            <a:endParaRPr lang="pl-PL" sz="2000">
              <a:solidFill>
                <a:schemeClr val="tx2"/>
              </a:solidFill>
              <a:latin typeface="Times New Roman"/>
              <a:cs typeface="Times New Roman"/>
            </a:endParaRPr>
          </a:p>
          <a:p>
            <a:pPr algn="ctr"/>
            <a:endParaRPr lang="pl-PL" b="1" dirty="0">
              <a:solidFill>
                <a:schemeClr val="tx2"/>
              </a:solidFill>
              <a:latin typeface="Times New Roman"/>
              <a:cs typeface="Times New Roman"/>
            </a:endParaRPr>
          </a:p>
        </p:txBody>
      </p:sp>
      <p:sp>
        <p:nvSpPr>
          <p:cNvPr id="3" name="Symbol zastępczy tekstu 2">
            <a:extLst>
              <a:ext uri="{FF2B5EF4-FFF2-40B4-BE49-F238E27FC236}">
                <a16:creationId xmlns:a16="http://schemas.microsoft.com/office/drawing/2014/main" id="{AD887F96-EB85-8412-4152-5AA331021395}"/>
              </a:ext>
            </a:extLst>
          </p:cNvPr>
          <p:cNvSpPr>
            <a:spLocks noGrp="1"/>
          </p:cNvSpPr>
          <p:nvPr>
            <p:ph type="body" idx="1"/>
          </p:nvPr>
        </p:nvSpPr>
        <p:spPr>
          <a:xfrm>
            <a:off x="109952" y="5910225"/>
            <a:ext cx="3039650" cy="457200"/>
          </a:xfrm>
        </p:spPr>
        <p:txBody>
          <a:bodyPr vert="horz" lIns="91440" tIns="45720" rIns="91440" bIns="45720" rtlCol="0" anchor="b">
            <a:noAutofit/>
          </a:bodyPr>
          <a:lstStyle/>
          <a:p>
            <a:pPr algn="ctr"/>
            <a:r>
              <a:rPr lang="pl-PL" b="1" dirty="0">
                <a:solidFill>
                  <a:schemeClr val="tx2"/>
                </a:solidFill>
                <a:latin typeface="Times New Roman"/>
                <a:cs typeface="Times New Roman"/>
              </a:rPr>
              <a:t>Platform </a:t>
            </a:r>
            <a:r>
              <a:rPr lang="pl-PL" b="1" dirty="0" err="1">
                <a:solidFill>
                  <a:schemeClr val="tx2"/>
                </a:solidFill>
                <a:latin typeface="Times New Roman"/>
                <a:cs typeface="Times New Roman"/>
              </a:rPr>
              <a:t>Downtime</a:t>
            </a:r>
            <a:r>
              <a:rPr lang="pl-PL" b="1" dirty="0">
                <a:solidFill>
                  <a:schemeClr val="tx2"/>
                </a:solidFill>
                <a:latin typeface="Times New Roman"/>
                <a:cs typeface="Times New Roman"/>
              </a:rPr>
              <a:t> and </a:t>
            </a:r>
            <a:r>
              <a:rPr lang="pl-PL" b="1" dirty="0" err="1">
                <a:solidFill>
                  <a:schemeClr val="tx2"/>
                </a:solidFill>
                <a:latin typeface="Times New Roman"/>
                <a:cs typeface="Times New Roman"/>
              </a:rPr>
              <a:t>Scalability</a:t>
            </a:r>
            <a:r>
              <a:rPr lang="pl-PL" b="1" dirty="0">
                <a:solidFill>
                  <a:schemeClr val="tx2"/>
                </a:solidFill>
                <a:latin typeface="Times New Roman"/>
                <a:cs typeface="Times New Roman"/>
              </a:rPr>
              <a:t> </a:t>
            </a:r>
            <a:r>
              <a:rPr lang="pl-PL" b="1" dirty="0" err="1">
                <a:solidFill>
                  <a:schemeClr val="tx2"/>
                </a:solidFill>
                <a:latin typeface="Times New Roman"/>
                <a:cs typeface="Times New Roman"/>
              </a:rPr>
              <a:t>Challenges</a:t>
            </a:r>
            <a:endParaRPr lang="pl-PL" dirty="0">
              <a:solidFill>
                <a:schemeClr val="tx2"/>
              </a:solidFill>
              <a:latin typeface="Times New Roman"/>
              <a:cs typeface="Times New Roman"/>
            </a:endParaRPr>
          </a:p>
        </p:txBody>
      </p:sp>
      <p:sp>
        <p:nvSpPr>
          <p:cNvPr id="4" name="Symbol zastępczy tekstu 3">
            <a:extLst>
              <a:ext uri="{FF2B5EF4-FFF2-40B4-BE49-F238E27FC236}">
                <a16:creationId xmlns:a16="http://schemas.microsoft.com/office/drawing/2014/main" id="{CD13125E-2087-42AA-DFF4-B1F97101E50F}"/>
              </a:ext>
            </a:extLst>
          </p:cNvPr>
          <p:cNvSpPr>
            <a:spLocks noGrp="1"/>
          </p:cNvSpPr>
          <p:nvPr>
            <p:ph type="body" sz="quarter" idx="3"/>
          </p:nvPr>
        </p:nvSpPr>
        <p:spPr>
          <a:xfrm>
            <a:off x="9173042" y="998016"/>
            <a:ext cx="2862198" cy="467638"/>
          </a:xfrm>
        </p:spPr>
        <p:txBody>
          <a:bodyPr vert="horz" lIns="91440" tIns="45720" rIns="91440" bIns="45720" rtlCol="0" anchor="b">
            <a:noAutofit/>
          </a:bodyPr>
          <a:lstStyle/>
          <a:p>
            <a:pPr algn="ctr"/>
            <a:r>
              <a:rPr lang="pl-PL" b="1" dirty="0" err="1">
                <a:solidFill>
                  <a:schemeClr val="tx2"/>
                </a:solidFill>
                <a:latin typeface="Times New Roman"/>
                <a:cs typeface="Times New Roman"/>
              </a:rPr>
              <a:t>Mismatch</a:t>
            </a:r>
            <a:r>
              <a:rPr lang="pl-PL" b="1" dirty="0">
                <a:solidFill>
                  <a:schemeClr val="tx2"/>
                </a:solidFill>
                <a:latin typeface="Times New Roman"/>
                <a:cs typeface="Times New Roman"/>
              </a:rPr>
              <a:t> in </a:t>
            </a:r>
            <a:r>
              <a:rPr lang="pl-PL" b="1" dirty="0" err="1">
                <a:solidFill>
                  <a:schemeClr val="tx2"/>
                </a:solidFill>
                <a:latin typeface="Times New Roman"/>
                <a:cs typeface="Times New Roman"/>
              </a:rPr>
              <a:t>Group</a:t>
            </a:r>
            <a:r>
              <a:rPr lang="pl-PL" b="1" dirty="0">
                <a:solidFill>
                  <a:schemeClr val="tx2"/>
                </a:solidFill>
                <a:latin typeface="Times New Roman"/>
                <a:cs typeface="Times New Roman"/>
              </a:rPr>
              <a:t> </a:t>
            </a:r>
            <a:r>
              <a:rPr lang="pl-PL" b="1" dirty="0" err="1">
                <a:solidFill>
                  <a:schemeClr val="tx2"/>
                </a:solidFill>
                <a:latin typeface="Times New Roman"/>
                <a:cs typeface="Times New Roman"/>
              </a:rPr>
              <a:t>Recommendations</a:t>
            </a:r>
            <a:endParaRPr lang="pl-PL" dirty="0">
              <a:solidFill>
                <a:schemeClr val="tx2"/>
              </a:solidFill>
              <a:latin typeface="Times New Roman"/>
              <a:cs typeface="Times New Roman"/>
            </a:endParaRPr>
          </a:p>
          <a:p>
            <a:pPr algn="ctr"/>
            <a:endParaRPr lang="pl-PL" sz="1600" dirty="0">
              <a:cs typeface="Times New Roman"/>
            </a:endParaRPr>
          </a:p>
        </p:txBody>
      </p:sp>
      <p:sp>
        <p:nvSpPr>
          <p:cNvPr id="5" name="Symbol zastępczy tekstu 4">
            <a:extLst>
              <a:ext uri="{FF2B5EF4-FFF2-40B4-BE49-F238E27FC236}">
                <a16:creationId xmlns:a16="http://schemas.microsoft.com/office/drawing/2014/main" id="{EEFDE711-FB44-2E5D-550E-28E9D631A36A}"/>
              </a:ext>
            </a:extLst>
          </p:cNvPr>
          <p:cNvSpPr>
            <a:spLocks noGrp="1"/>
          </p:cNvSpPr>
          <p:nvPr>
            <p:ph type="body" sz="quarter" idx="14"/>
          </p:nvPr>
        </p:nvSpPr>
        <p:spPr/>
        <p:txBody>
          <a:bodyPr vert="horz" lIns="91440" tIns="45720" rIns="91440" bIns="45720" rtlCol="0" anchor="t">
            <a:noAutofit/>
          </a:bodyPr>
          <a:lstStyle/>
          <a:p>
            <a:endParaRPr lang="pl-PL" dirty="0">
              <a:ea typeface="Source Sans Pro Light"/>
            </a:endParaRPr>
          </a:p>
        </p:txBody>
      </p:sp>
      <p:sp>
        <p:nvSpPr>
          <p:cNvPr id="6" name="Symbol zastępczy tekstu 5">
            <a:extLst>
              <a:ext uri="{FF2B5EF4-FFF2-40B4-BE49-F238E27FC236}">
                <a16:creationId xmlns:a16="http://schemas.microsoft.com/office/drawing/2014/main" id="{C2057F66-B2A6-5454-59ED-ADD73735F559}"/>
              </a:ext>
            </a:extLst>
          </p:cNvPr>
          <p:cNvSpPr>
            <a:spLocks noGrp="1"/>
          </p:cNvSpPr>
          <p:nvPr>
            <p:ph type="body" sz="quarter" idx="15"/>
          </p:nvPr>
        </p:nvSpPr>
        <p:spPr/>
        <p:txBody>
          <a:bodyPr/>
          <a:lstStyle/>
          <a:p>
            <a:endParaRPr lang="pl-PL"/>
          </a:p>
        </p:txBody>
      </p:sp>
      <p:sp>
        <p:nvSpPr>
          <p:cNvPr id="7" name="Symbol zastępczy tekstu 6">
            <a:extLst>
              <a:ext uri="{FF2B5EF4-FFF2-40B4-BE49-F238E27FC236}">
                <a16:creationId xmlns:a16="http://schemas.microsoft.com/office/drawing/2014/main" id="{EBA8B126-8B6C-05AD-AB85-83D63DB6D1A2}"/>
              </a:ext>
            </a:extLst>
          </p:cNvPr>
          <p:cNvSpPr>
            <a:spLocks noGrp="1"/>
          </p:cNvSpPr>
          <p:nvPr>
            <p:ph type="body" idx="16"/>
          </p:nvPr>
        </p:nvSpPr>
        <p:spPr>
          <a:xfrm>
            <a:off x="109509" y="644227"/>
            <a:ext cx="2935266" cy="425885"/>
          </a:xfrm>
        </p:spPr>
        <p:txBody>
          <a:bodyPr vert="horz" lIns="91440" tIns="45720" rIns="91440" bIns="45720" rtlCol="0" anchor="b">
            <a:noAutofit/>
          </a:bodyPr>
          <a:lstStyle/>
          <a:p>
            <a:pPr algn="ctr"/>
            <a:r>
              <a:rPr lang="pl-PL" b="1" dirty="0">
                <a:solidFill>
                  <a:schemeClr val="tx2"/>
                </a:solidFill>
                <a:latin typeface="Times New Roman"/>
                <a:cs typeface="Times New Roman"/>
              </a:rPr>
              <a:t>Data </a:t>
            </a:r>
            <a:r>
              <a:rPr lang="pl-PL" b="1" dirty="0" err="1">
                <a:solidFill>
                  <a:schemeClr val="tx2"/>
                </a:solidFill>
                <a:latin typeface="Times New Roman"/>
                <a:cs typeface="Times New Roman"/>
              </a:rPr>
              <a:t>Privacy</a:t>
            </a:r>
            <a:r>
              <a:rPr lang="pl-PL" b="1" dirty="0">
                <a:solidFill>
                  <a:schemeClr val="tx2"/>
                </a:solidFill>
                <a:latin typeface="Times New Roman"/>
                <a:cs typeface="Times New Roman"/>
              </a:rPr>
              <a:t> </a:t>
            </a:r>
            <a:br>
              <a:rPr lang="pl-PL" b="1" dirty="0">
                <a:cs typeface="Times New Roman"/>
              </a:rPr>
            </a:br>
            <a:r>
              <a:rPr lang="pl-PL" b="1" dirty="0">
                <a:solidFill>
                  <a:schemeClr val="tx2"/>
                </a:solidFill>
                <a:latin typeface="Times New Roman"/>
                <a:cs typeface="Times New Roman"/>
              </a:rPr>
              <a:t>and Security </a:t>
            </a:r>
            <a:r>
              <a:rPr lang="pl-PL" b="1" dirty="0" err="1">
                <a:solidFill>
                  <a:schemeClr val="tx2"/>
                </a:solidFill>
                <a:latin typeface="Times New Roman"/>
                <a:cs typeface="Times New Roman"/>
              </a:rPr>
              <a:t>Concerns</a:t>
            </a:r>
            <a:endParaRPr lang="pl-PL" dirty="0">
              <a:solidFill>
                <a:schemeClr val="tx2"/>
              </a:solidFill>
              <a:latin typeface="Times New Roman"/>
              <a:cs typeface="Times New Roman"/>
            </a:endParaRPr>
          </a:p>
        </p:txBody>
      </p:sp>
      <p:sp>
        <p:nvSpPr>
          <p:cNvPr id="8" name="Symbol zastępczy tekstu 7">
            <a:extLst>
              <a:ext uri="{FF2B5EF4-FFF2-40B4-BE49-F238E27FC236}">
                <a16:creationId xmlns:a16="http://schemas.microsoft.com/office/drawing/2014/main" id="{B3CE5B76-B787-7C0C-6EBA-EE05293304B6}"/>
              </a:ext>
            </a:extLst>
          </p:cNvPr>
          <p:cNvSpPr>
            <a:spLocks noGrp="1"/>
          </p:cNvSpPr>
          <p:nvPr>
            <p:ph type="body" sz="quarter" idx="17"/>
          </p:nvPr>
        </p:nvSpPr>
        <p:spPr>
          <a:xfrm>
            <a:off x="8201833" y="5982482"/>
            <a:ext cx="4114800" cy="739035"/>
          </a:xfrm>
        </p:spPr>
        <p:txBody>
          <a:bodyPr>
            <a:normAutofit/>
          </a:bodyPr>
          <a:lstStyle/>
          <a:p>
            <a:pPr algn="ctr"/>
            <a:r>
              <a:rPr lang="pl-PL" b="1" err="1">
                <a:solidFill>
                  <a:schemeClr val="tx2"/>
                </a:solidFill>
                <a:latin typeface="Times New Roman"/>
                <a:cs typeface="Times New Roman"/>
              </a:rPr>
              <a:t>Slow</a:t>
            </a:r>
            <a:r>
              <a:rPr lang="pl-PL" b="1" dirty="0">
                <a:solidFill>
                  <a:schemeClr val="tx2"/>
                </a:solidFill>
                <a:latin typeface="Times New Roman"/>
                <a:cs typeface="Times New Roman"/>
              </a:rPr>
              <a:t> User </a:t>
            </a:r>
            <a:r>
              <a:rPr lang="pl-PL" b="1" err="1">
                <a:solidFill>
                  <a:schemeClr val="tx2"/>
                </a:solidFill>
                <a:latin typeface="Times New Roman"/>
                <a:cs typeface="Times New Roman"/>
              </a:rPr>
              <a:t>Adoption</a:t>
            </a:r>
            <a:r>
              <a:rPr lang="pl-PL" b="1" dirty="0">
                <a:solidFill>
                  <a:schemeClr val="tx2"/>
                </a:solidFill>
                <a:latin typeface="Times New Roman"/>
                <a:cs typeface="Times New Roman"/>
              </a:rPr>
              <a:t> </a:t>
            </a:r>
            <a:br>
              <a:rPr lang="pl-PL" b="1" dirty="0">
                <a:cs typeface="Times New Roman"/>
              </a:rPr>
            </a:br>
            <a:r>
              <a:rPr lang="pl-PL" b="1" dirty="0">
                <a:solidFill>
                  <a:schemeClr val="tx2"/>
                </a:solidFill>
                <a:latin typeface="Times New Roman"/>
                <a:cs typeface="Times New Roman"/>
              </a:rPr>
              <a:t>and Engagement</a:t>
            </a:r>
            <a:endParaRPr lang="pl-PL" dirty="0">
              <a:solidFill>
                <a:schemeClr val="tx2"/>
              </a:solidFill>
              <a:latin typeface="Times New Roman"/>
              <a:cs typeface="Times New Roman"/>
            </a:endParaRPr>
          </a:p>
          <a:p>
            <a:endParaRPr lang="pl-PL" dirty="0">
              <a:cs typeface="Times New Roman"/>
            </a:endParaRPr>
          </a:p>
        </p:txBody>
      </p:sp>
      <p:sp>
        <p:nvSpPr>
          <p:cNvPr id="9" name="Symbol zastępczy tekstu 8">
            <a:extLst>
              <a:ext uri="{FF2B5EF4-FFF2-40B4-BE49-F238E27FC236}">
                <a16:creationId xmlns:a16="http://schemas.microsoft.com/office/drawing/2014/main" id="{908E7AE3-014D-740D-262D-15516E349200}"/>
              </a:ext>
            </a:extLst>
          </p:cNvPr>
          <p:cNvSpPr>
            <a:spLocks noGrp="1"/>
          </p:cNvSpPr>
          <p:nvPr>
            <p:ph type="body" sz="quarter" idx="18"/>
          </p:nvPr>
        </p:nvSpPr>
        <p:spPr/>
        <p:txBody>
          <a:bodyPr/>
          <a:lstStyle/>
          <a:p>
            <a:endParaRPr lang="pl-PL"/>
          </a:p>
        </p:txBody>
      </p:sp>
      <p:sp>
        <p:nvSpPr>
          <p:cNvPr id="10" name="Symbol zastępczy tekstu 9">
            <a:extLst>
              <a:ext uri="{FF2B5EF4-FFF2-40B4-BE49-F238E27FC236}">
                <a16:creationId xmlns:a16="http://schemas.microsoft.com/office/drawing/2014/main" id="{BA4DD788-82FE-33CA-6FAF-AFCE9E3728CA}"/>
              </a:ext>
            </a:extLst>
          </p:cNvPr>
          <p:cNvSpPr>
            <a:spLocks noGrp="1"/>
          </p:cNvSpPr>
          <p:nvPr>
            <p:ph type="body" sz="quarter" idx="19"/>
          </p:nvPr>
        </p:nvSpPr>
        <p:spPr/>
        <p:txBody>
          <a:bodyPr/>
          <a:lstStyle/>
          <a:p>
            <a:endParaRPr lang="pl-PL"/>
          </a:p>
        </p:txBody>
      </p:sp>
      <p:pic>
        <p:nvPicPr>
          <p:cNvPr id="21" name="Symbol zastępczy obrazu 20" descr="Obraz zawierający tekst, zrzut ekranu, numer, Czcionka&#10;&#10;Opis wygenerowany automatycznie">
            <a:extLst>
              <a:ext uri="{FF2B5EF4-FFF2-40B4-BE49-F238E27FC236}">
                <a16:creationId xmlns:a16="http://schemas.microsoft.com/office/drawing/2014/main" id="{D58DD30A-8190-9288-17D3-C9FF1A0B1E0F}"/>
              </a:ext>
            </a:extLst>
          </p:cNvPr>
          <p:cNvPicPr>
            <a:picLocks noGrp="1" noChangeAspect="1"/>
          </p:cNvPicPr>
          <p:nvPr>
            <p:ph type="pic" sz="quarter" idx="13"/>
          </p:nvPr>
        </p:nvPicPr>
        <p:blipFill>
          <a:blip r:embed="rId2"/>
          <a:srcRect l="-6208" t="-8945" r="-8367" b="-10669"/>
          <a:stretch/>
        </p:blipFill>
        <p:spPr>
          <a:xfrm>
            <a:off x="2020861" y="686875"/>
            <a:ext cx="7242548" cy="5224410"/>
          </a:xfrm>
          <a:solidFill>
            <a:schemeClr val="accent6">
              <a:alpha val="0"/>
            </a:schemeClr>
          </a:solidFill>
        </p:spPr>
      </p:pic>
      <p:sp>
        <p:nvSpPr>
          <p:cNvPr id="12" name="Symbol zastępczy daty 11">
            <a:extLst>
              <a:ext uri="{FF2B5EF4-FFF2-40B4-BE49-F238E27FC236}">
                <a16:creationId xmlns:a16="http://schemas.microsoft.com/office/drawing/2014/main" id="{FD87F762-2932-EA16-94AD-6EB788A0ACDB}"/>
              </a:ext>
            </a:extLst>
          </p:cNvPr>
          <p:cNvSpPr>
            <a:spLocks noGrp="1"/>
          </p:cNvSpPr>
          <p:nvPr>
            <p:ph type="dt" sz="half" idx="10"/>
          </p:nvPr>
        </p:nvSpPr>
        <p:spPr/>
        <p:txBody>
          <a:bodyPr/>
          <a:lstStyle/>
          <a:p>
            <a:pPr rtl="0"/>
            <a:r>
              <a:rPr lang="pl-PL" noProof="0"/>
              <a:t>20XX</a:t>
            </a:r>
          </a:p>
        </p:txBody>
      </p:sp>
      <p:sp>
        <p:nvSpPr>
          <p:cNvPr id="13" name="Symbol zastępczy stopki 12">
            <a:extLst>
              <a:ext uri="{FF2B5EF4-FFF2-40B4-BE49-F238E27FC236}">
                <a16:creationId xmlns:a16="http://schemas.microsoft.com/office/drawing/2014/main" id="{F718F110-60F6-B068-A26B-B23524EB70C9}"/>
              </a:ext>
            </a:extLst>
          </p:cNvPr>
          <p:cNvSpPr>
            <a:spLocks noGrp="1"/>
          </p:cNvSpPr>
          <p:nvPr>
            <p:ph type="ftr" sz="quarter" idx="11"/>
          </p:nvPr>
        </p:nvSpPr>
        <p:spPr>
          <a:xfrm>
            <a:off x="3798518" y="6356350"/>
            <a:ext cx="4114800" cy="365125"/>
          </a:xfrm>
        </p:spPr>
        <p:txBody>
          <a:bodyPr/>
          <a:lstStyle/>
          <a:p>
            <a:pPr rtl="0"/>
            <a:r>
              <a:rPr lang="pl-PL" noProof="0"/>
              <a:t>Tytuł prezentacji</a:t>
            </a:r>
          </a:p>
        </p:txBody>
      </p:sp>
      <p:sp>
        <p:nvSpPr>
          <p:cNvPr id="14" name="Symbol zastępczy numeru slajdu 13">
            <a:extLst>
              <a:ext uri="{FF2B5EF4-FFF2-40B4-BE49-F238E27FC236}">
                <a16:creationId xmlns:a16="http://schemas.microsoft.com/office/drawing/2014/main" id="{4682B640-8054-FCA7-9950-D3794E095C0E}"/>
              </a:ext>
            </a:extLst>
          </p:cNvPr>
          <p:cNvSpPr>
            <a:spLocks noGrp="1"/>
          </p:cNvSpPr>
          <p:nvPr>
            <p:ph type="sldNum" sz="quarter" idx="12"/>
          </p:nvPr>
        </p:nvSpPr>
        <p:spPr/>
        <p:txBody>
          <a:bodyPr/>
          <a:lstStyle/>
          <a:p>
            <a:pPr rtl="0"/>
            <a:fld id="{B5CEABB6-07DC-46E8-9B57-56EC44A396E5}" type="slidenum">
              <a:rPr lang="pl-PL" noProof="0" smtClean="0"/>
              <a:pPr rtl="0"/>
              <a:t>10</a:t>
            </a:fld>
            <a:endParaRPr lang="pl-PL" noProof="0"/>
          </a:p>
        </p:txBody>
      </p:sp>
      <mc:AlternateContent xmlns:mc="http://schemas.openxmlformats.org/markup-compatibility/2006">
        <mc:Choice xmlns:p14="http://schemas.microsoft.com/office/powerpoint/2010/main" Requires="p14">
          <p:contentPart p14:bwMode="auto" r:id="rId3">
            <p14:nvContentPartPr>
              <p14:cNvPr id="22" name="Pismo odręczne 21">
                <a:extLst>
                  <a:ext uri="{FF2B5EF4-FFF2-40B4-BE49-F238E27FC236}">
                    <a16:creationId xmlns:a16="http://schemas.microsoft.com/office/drawing/2014/main" id="{AEE7E1FD-88AA-8736-273D-3CE979B30DB0}"/>
                  </a:ext>
                </a:extLst>
              </p14:cNvPr>
              <p14:cNvContentPartPr/>
              <p14:nvPr/>
            </p14:nvContentPartPr>
            <p14:xfrm>
              <a:off x="6002054" y="4405623"/>
              <a:ext cx="828253" cy="1679938"/>
            </p14:xfrm>
          </p:contentPart>
        </mc:Choice>
        <mc:Fallback>
          <p:pic>
            <p:nvPicPr>
              <p:cNvPr id="22" name="Pismo odręczne 21">
                <a:extLst>
                  <a:ext uri="{FF2B5EF4-FFF2-40B4-BE49-F238E27FC236}">
                    <a16:creationId xmlns:a16="http://schemas.microsoft.com/office/drawing/2014/main" id="{AEE7E1FD-88AA-8736-273D-3CE979B30DB0}"/>
                  </a:ext>
                </a:extLst>
              </p:cNvPr>
              <p:cNvPicPr/>
              <p:nvPr/>
            </p:nvPicPr>
            <p:blipFill>
              <a:blip r:embed="rId4"/>
              <a:stretch>
                <a:fillRect/>
              </a:stretch>
            </p:blipFill>
            <p:spPr>
              <a:xfrm>
                <a:off x="5984064" y="4387629"/>
                <a:ext cx="863873" cy="1715567"/>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3" name="Pismo odręczne 22">
                <a:extLst>
                  <a:ext uri="{FF2B5EF4-FFF2-40B4-BE49-F238E27FC236}">
                    <a16:creationId xmlns:a16="http://schemas.microsoft.com/office/drawing/2014/main" id="{1503F31C-F3E4-0F40-A5EA-B10EE7B45FEF}"/>
                  </a:ext>
                </a:extLst>
              </p14:cNvPr>
              <p14:cNvContentPartPr/>
              <p14:nvPr/>
            </p14:nvContentPartPr>
            <p14:xfrm>
              <a:off x="6826685" y="4373670"/>
              <a:ext cx="10438" cy="283111"/>
            </p14:xfrm>
          </p:contentPart>
        </mc:Choice>
        <mc:Fallback>
          <p:pic>
            <p:nvPicPr>
              <p:cNvPr id="23" name="Pismo odręczne 22">
                <a:extLst>
                  <a:ext uri="{FF2B5EF4-FFF2-40B4-BE49-F238E27FC236}">
                    <a16:creationId xmlns:a16="http://schemas.microsoft.com/office/drawing/2014/main" id="{1503F31C-F3E4-0F40-A5EA-B10EE7B45FEF}"/>
                  </a:ext>
                </a:extLst>
              </p:cNvPr>
              <p:cNvPicPr/>
              <p:nvPr/>
            </p:nvPicPr>
            <p:blipFill>
              <a:blip r:embed="rId6"/>
              <a:stretch>
                <a:fillRect/>
              </a:stretch>
            </p:blipFill>
            <p:spPr>
              <a:xfrm>
                <a:off x="6304785" y="4355706"/>
                <a:ext cx="1043800" cy="318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4" name="Pismo odręczne 23">
                <a:extLst>
                  <a:ext uri="{FF2B5EF4-FFF2-40B4-BE49-F238E27FC236}">
                    <a16:creationId xmlns:a16="http://schemas.microsoft.com/office/drawing/2014/main" id="{2B0B845A-FE81-091D-D5F8-333CB2AB56A0}"/>
                  </a:ext>
                </a:extLst>
              </p14:cNvPr>
              <p14:cNvContentPartPr/>
              <p14:nvPr/>
            </p14:nvContentPartPr>
            <p14:xfrm>
              <a:off x="6613190" y="4363232"/>
              <a:ext cx="203056" cy="185184"/>
            </p14:xfrm>
          </p:contentPart>
        </mc:Choice>
        <mc:Fallback>
          <p:pic>
            <p:nvPicPr>
              <p:cNvPr id="24" name="Pismo odręczne 23">
                <a:extLst>
                  <a:ext uri="{FF2B5EF4-FFF2-40B4-BE49-F238E27FC236}">
                    <a16:creationId xmlns:a16="http://schemas.microsoft.com/office/drawing/2014/main" id="{2B0B845A-FE81-091D-D5F8-333CB2AB56A0}"/>
                  </a:ext>
                </a:extLst>
              </p:cNvPr>
              <p:cNvPicPr/>
              <p:nvPr/>
            </p:nvPicPr>
            <p:blipFill>
              <a:blip r:embed="rId8"/>
              <a:stretch>
                <a:fillRect/>
              </a:stretch>
            </p:blipFill>
            <p:spPr>
              <a:xfrm>
                <a:off x="6595220" y="4345253"/>
                <a:ext cx="238636" cy="220782"/>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0" name="Pismo odręczne 29">
                <a:extLst>
                  <a:ext uri="{FF2B5EF4-FFF2-40B4-BE49-F238E27FC236}">
                    <a16:creationId xmlns:a16="http://schemas.microsoft.com/office/drawing/2014/main" id="{6D8A16FC-7337-55F8-6D20-CA809898802B}"/>
                  </a:ext>
                </a:extLst>
              </p14:cNvPr>
              <p14:cNvContentPartPr/>
              <p14:nvPr/>
            </p14:nvContentPartPr>
            <p14:xfrm>
              <a:off x="2891424" y="1012520"/>
              <a:ext cx="5105649" cy="3827764"/>
            </p14:xfrm>
          </p:contentPart>
        </mc:Choice>
        <mc:Fallback>
          <p:pic>
            <p:nvPicPr>
              <p:cNvPr id="30" name="Pismo odręczne 29">
                <a:extLst>
                  <a:ext uri="{FF2B5EF4-FFF2-40B4-BE49-F238E27FC236}">
                    <a16:creationId xmlns:a16="http://schemas.microsoft.com/office/drawing/2014/main" id="{6D8A16FC-7337-55F8-6D20-CA809898802B}"/>
                  </a:ext>
                </a:extLst>
              </p:cNvPr>
              <p:cNvPicPr/>
              <p:nvPr/>
            </p:nvPicPr>
            <p:blipFill>
              <a:blip r:embed="rId10"/>
              <a:stretch>
                <a:fillRect/>
              </a:stretch>
            </p:blipFill>
            <p:spPr>
              <a:xfrm>
                <a:off x="2873425" y="994521"/>
                <a:ext cx="5141287" cy="3863403"/>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1" name="Pismo odręczne 30">
                <a:extLst>
                  <a:ext uri="{FF2B5EF4-FFF2-40B4-BE49-F238E27FC236}">
                    <a16:creationId xmlns:a16="http://schemas.microsoft.com/office/drawing/2014/main" id="{AEC71470-3D3C-B3FF-A078-DF289434EA42}"/>
                  </a:ext>
                </a:extLst>
              </p14:cNvPr>
              <p14:cNvContentPartPr/>
              <p14:nvPr/>
            </p14:nvContentPartPr>
            <p14:xfrm>
              <a:off x="7726294" y="4782177"/>
              <a:ext cx="269486" cy="50781"/>
            </p14:xfrm>
          </p:contentPart>
        </mc:Choice>
        <mc:Fallback>
          <p:pic>
            <p:nvPicPr>
              <p:cNvPr id="31" name="Pismo odręczne 30">
                <a:extLst>
                  <a:ext uri="{FF2B5EF4-FFF2-40B4-BE49-F238E27FC236}">
                    <a16:creationId xmlns:a16="http://schemas.microsoft.com/office/drawing/2014/main" id="{AEC71470-3D3C-B3FF-A078-DF289434EA42}"/>
                  </a:ext>
                </a:extLst>
              </p:cNvPr>
              <p:cNvPicPr/>
              <p:nvPr/>
            </p:nvPicPr>
            <p:blipFill>
              <a:blip r:embed="rId12"/>
              <a:stretch>
                <a:fillRect/>
              </a:stretch>
            </p:blipFill>
            <p:spPr>
              <a:xfrm>
                <a:off x="7708304" y="4764296"/>
                <a:ext cx="305106" cy="86185"/>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2" name="Pismo odręczne 31">
                <a:extLst>
                  <a:ext uri="{FF2B5EF4-FFF2-40B4-BE49-F238E27FC236}">
                    <a16:creationId xmlns:a16="http://schemas.microsoft.com/office/drawing/2014/main" id="{89F537CE-522E-AEE2-6454-7B0833D0F410}"/>
                  </a:ext>
                </a:extLst>
              </p14:cNvPr>
              <p14:cNvContentPartPr/>
              <p14:nvPr/>
            </p14:nvContentPartPr>
            <p14:xfrm>
              <a:off x="3058437" y="4310604"/>
              <a:ext cx="3602349" cy="1472244"/>
            </p14:xfrm>
          </p:contentPart>
        </mc:Choice>
        <mc:Fallback>
          <p:pic>
            <p:nvPicPr>
              <p:cNvPr id="32" name="Pismo odręczne 31">
                <a:extLst>
                  <a:ext uri="{FF2B5EF4-FFF2-40B4-BE49-F238E27FC236}">
                    <a16:creationId xmlns:a16="http://schemas.microsoft.com/office/drawing/2014/main" id="{89F537CE-522E-AEE2-6454-7B0833D0F410}"/>
                  </a:ext>
                </a:extLst>
              </p:cNvPr>
              <p:cNvPicPr/>
              <p:nvPr/>
            </p:nvPicPr>
            <p:blipFill>
              <a:blip r:embed="rId14"/>
              <a:stretch>
                <a:fillRect/>
              </a:stretch>
            </p:blipFill>
            <p:spPr>
              <a:xfrm>
                <a:off x="3040440" y="4292610"/>
                <a:ext cx="3637984" cy="1507872"/>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6" name="Pismo odręczne 35">
                <a:extLst>
                  <a:ext uri="{FF2B5EF4-FFF2-40B4-BE49-F238E27FC236}">
                    <a16:creationId xmlns:a16="http://schemas.microsoft.com/office/drawing/2014/main" id="{88FC0716-996C-3784-1FC3-9F78E5FC119E}"/>
                  </a:ext>
                </a:extLst>
              </p14:cNvPr>
              <p14:cNvContentPartPr/>
              <p14:nvPr/>
            </p14:nvContentPartPr>
            <p14:xfrm>
              <a:off x="6472889" y="4237566"/>
              <a:ext cx="145028" cy="52597"/>
            </p14:xfrm>
          </p:contentPart>
        </mc:Choice>
        <mc:Fallback>
          <p:pic>
            <p:nvPicPr>
              <p:cNvPr id="36" name="Pismo odręczne 35">
                <a:extLst>
                  <a:ext uri="{FF2B5EF4-FFF2-40B4-BE49-F238E27FC236}">
                    <a16:creationId xmlns:a16="http://schemas.microsoft.com/office/drawing/2014/main" id="{88FC0716-996C-3784-1FC3-9F78E5FC119E}"/>
                  </a:ext>
                </a:extLst>
              </p:cNvPr>
              <p:cNvPicPr/>
              <p:nvPr/>
            </p:nvPicPr>
            <p:blipFill>
              <a:blip r:embed="rId16"/>
              <a:stretch>
                <a:fillRect/>
              </a:stretch>
            </p:blipFill>
            <p:spPr>
              <a:xfrm>
                <a:off x="6454940" y="4219676"/>
                <a:ext cx="180567" cy="88019"/>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40" name="Pismo odręczne 39">
                <a:extLst>
                  <a:ext uri="{FF2B5EF4-FFF2-40B4-BE49-F238E27FC236}">
                    <a16:creationId xmlns:a16="http://schemas.microsoft.com/office/drawing/2014/main" id="{3CDD29D2-AB9F-B1F3-5C4B-47FA8E972116}"/>
                  </a:ext>
                </a:extLst>
              </p14:cNvPr>
              <p14:cNvContentPartPr/>
              <p14:nvPr/>
            </p14:nvContentPartPr>
            <p14:xfrm>
              <a:off x="5863058" y="772438"/>
              <a:ext cx="3489708" cy="2126797"/>
            </p14:xfrm>
          </p:contentPart>
        </mc:Choice>
        <mc:Fallback>
          <p:pic>
            <p:nvPicPr>
              <p:cNvPr id="40" name="Pismo odręczne 39">
                <a:extLst>
                  <a:ext uri="{FF2B5EF4-FFF2-40B4-BE49-F238E27FC236}">
                    <a16:creationId xmlns:a16="http://schemas.microsoft.com/office/drawing/2014/main" id="{3CDD29D2-AB9F-B1F3-5C4B-47FA8E972116}"/>
                  </a:ext>
                </a:extLst>
              </p:cNvPr>
              <p:cNvPicPr/>
              <p:nvPr/>
            </p:nvPicPr>
            <p:blipFill>
              <a:blip r:embed="rId18"/>
              <a:stretch>
                <a:fillRect/>
              </a:stretch>
            </p:blipFill>
            <p:spPr>
              <a:xfrm>
                <a:off x="5845061" y="754442"/>
                <a:ext cx="3525343" cy="216243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41" name="Pismo odręczne 40">
                <a:extLst>
                  <a:ext uri="{FF2B5EF4-FFF2-40B4-BE49-F238E27FC236}">
                    <a16:creationId xmlns:a16="http://schemas.microsoft.com/office/drawing/2014/main" id="{C1A72EF5-6A7B-903B-0EFE-6DA95D797C63}"/>
                  </a:ext>
                </a:extLst>
              </p14:cNvPr>
              <p14:cNvContentPartPr/>
              <p14:nvPr/>
            </p14:nvContentPartPr>
            <p14:xfrm>
              <a:off x="5824602" y="2839665"/>
              <a:ext cx="271986" cy="103950"/>
            </p14:xfrm>
          </p:contentPart>
        </mc:Choice>
        <mc:Fallback>
          <p:pic>
            <p:nvPicPr>
              <p:cNvPr id="41" name="Pismo odręczne 40">
                <a:extLst>
                  <a:ext uri="{FF2B5EF4-FFF2-40B4-BE49-F238E27FC236}">
                    <a16:creationId xmlns:a16="http://schemas.microsoft.com/office/drawing/2014/main" id="{C1A72EF5-6A7B-903B-0EFE-6DA95D797C63}"/>
                  </a:ext>
                </a:extLst>
              </p:cNvPr>
              <p:cNvPicPr/>
              <p:nvPr/>
            </p:nvPicPr>
            <p:blipFill>
              <a:blip r:embed="rId20"/>
              <a:stretch>
                <a:fillRect/>
              </a:stretch>
            </p:blipFill>
            <p:spPr>
              <a:xfrm>
                <a:off x="5806614" y="2821743"/>
                <a:ext cx="307603" cy="139436"/>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43" name="Pismo odręczne 42">
                <a:extLst>
                  <a:ext uri="{FF2B5EF4-FFF2-40B4-BE49-F238E27FC236}">
                    <a16:creationId xmlns:a16="http://schemas.microsoft.com/office/drawing/2014/main" id="{6263917D-1895-7A87-3EFC-DB50EFA8F748}"/>
                  </a:ext>
                </a:extLst>
              </p14:cNvPr>
              <p14:cNvContentPartPr/>
              <p14:nvPr/>
            </p14:nvContentPartPr>
            <p14:xfrm>
              <a:off x="5782849" y="2698545"/>
              <a:ext cx="80552" cy="224194"/>
            </p14:xfrm>
          </p:contentPart>
        </mc:Choice>
        <mc:Fallback>
          <p:pic>
            <p:nvPicPr>
              <p:cNvPr id="43" name="Pismo odręczne 42">
                <a:extLst>
                  <a:ext uri="{FF2B5EF4-FFF2-40B4-BE49-F238E27FC236}">
                    <a16:creationId xmlns:a16="http://schemas.microsoft.com/office/drawing/2014/main" id="{6263917D-1895-7A87-3EFC-DB50EFA8F748}"/>
                  </a:ext>
                </a:extLst>
              </p:cNvPr>
              <p:cNvPicPr/>
              <p:nvPr/>
            </p:nvPicPr>
            <p:blipFill>
              <a:blip r:embed="rId22"/>
              <a:stretch>
                <a:fillRect/>
              </a:stretch>
            </p:blipFill>
            <p:spPr>
              <a:xfrm>
                <a:off x="5764869" y="2680581"/>
                <a:ext cx="116153" cy="259763"/>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46" name="Pismo odręczne 45">
                <a:extLst>
                  <a:ext uri="{FF2B5EF4-FFF2-40B4-BE49-F238E27FC236}">
                    <a16:creationId xmlns:a16="http://schemas.microsoft.com/office/drawing/2014/main" id="{FA5B66CD-7A7D-6C26-DD31-15DDB5E4174C}"/>
                  </a:ext>
                </a:extLst>
              </p14:cNvPr>
              <p14:cNvContentPartPr/>
              <p14:nvPr/>
            </p14:nvContentPartPr>
            <p14:xfrm>
              <a:off x="5766979" y="4267049"/>
              <a:ext cx="3178692" cy="1736572"/>
            </p14:xfrm>
          </p:contentPart>
        </mc:Choice>
        <mc:Fallback>
          <p:pic>
            <p:nvPicPr>
              <p:cNvPr id="46" name="Pismo odręczne 45">
                <a:extLst>
                  <a:ext uri="{FF2B5EF4-FFF2-40B4-BE49-F238E27FC236}">
                    <a16:creationId xmlns:a16="http://schemas.microsoft.com/office/drawing/2014/main" id="{FA5B66CD-7A7D-6C26-DD31-15DDB5E4174C}"/>
                  </a:ext>
                </a:extLst>
              </p:cNvPr>
              <p:cNvPicPr/>
              <p:nvPr/>
            </p:nvPicPr>
            <p:blipFill>
              <a:blip r:embed="rId24"/>
              <a:stretch>
                <a:fillRect/>
              </a:stretch>
            </p:blipFill>
            <p:spPr>
              <a:xfrm>
                <a:off x="5748982" y="4249053"/>
                <a:ext cx="3214327" cy="1772203"/>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47" name="Pismo odręczne 46">
                <a:extLst>
                  <a:ext uri="{FF2B5EF4-FFF2-40B4-BE49-F238E27FC236}">
                    <a16:creationId xmlns:a16="http://schemas.microsoft.com/office/drawing/2014/main" id="{C3C038AD-1296-130C-D909-7FA198DE5601}"/>
                  </a:ext>
                </a:extLst>
              </p14:cNvPr>
              <p14:cNvContentPartPr/>
              <p14:nvPr/>
            </p14:nvContentPartPr>
            <p14:xfrm>
              <a:off x="5720219" y="4227534"/>
              <a:ext cx="205057" cy="16680"/>
            </p14:xfrm>
          </p:contentPart>
        </mc:Choice>
        <mc:Fallback>
          <p:pic>
            <p:nvPicPr>
              <p:cNvPr id="47" name="Pismo odręczne 46">
                <a:extLst>
                  <a:ext uri="{FF2B5EF4-FFF2-40B4-BE49-F238E27FC236}">
                    <a16:creationId xmlns:a16="http://schemas.microsoft.com/office/drawing/2014/main" id="{C3C038AD-1296-130C-D909-7FA198DE5601}"/>
                  </a:ext>
                </a:extLst>
              </p:cNvPr>
              <p:cNvPicPr/>
              <p:nvPr/>
            </p:nvPicPr>
            <p:blipFill>
              <a:blip r:embed="rId26"/>
              <a:stretch>
                <a:fillRect/>
              </a:stretch>
            </p:blipFill>
            <p:spPr>
              <a:xfrm>
                <a:off x="5702263" y="4209789"/>
                <a:ext cx="240610" cy="51814"/>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48" name="Pismo odręczne 47">
                <a:extLst>
                  <a:ext uri="{FF2B5EF4-FFF2-40B4-BE49-F238E27FC236}">
                    <a16:creationId xmlns:a16="http://schemas.microsoft.com/office/drawing/2014/main" id="{1B06B336-813D-0CCD-A543-ACF358646DAE}"/>
                  </a:ext>
                </a:extLst>
              </p14:cNvPr>
              <p14:cNvContentPartPr/>
              <p14:nvPr/>
            </p14:nvContentPartPr>
            <p14:xfrm>
              <a:off x="5668027" y="4248411"/>
              <a:ext cx="10893" cy="189176"/>
            </p14:xfrm>
          </p:contentPart>
        </mc:Choice>
        <mc:Fallback>
          <p:pic>
            <p:nvPicPr>
              <p:cNvPr id="48" name="Pismo odręczne 47">
                <a:extLst>
                  <a:ext uri="{FF2B5EF4-FFF2-40B4-BE49-F238E27FC236}">
                    <a16:creationId xmlns:a16="http://schemas.microsoft.com/office/drawing/2014/main" id="{1B06B336-813D-0CCD-A543-ACF358646DAE}"/>
                  </a:ext>
                </a:extLst>
              </p:cNvPr>
              <p:cNvPicPr/>
              <p:nvPr/>
            </p:nvPicPr>
            <p:blipFill>
              <a:blip r:embed="rId28"/>
              <a:stretch>
                <a:fillRect/>
              </a:stretch>
            </p:blipFill>
            <p:spPr>
              <a:xfrm>
                <a:off x="5650458" y="4230428"/>
                <a:ext cx="45680" cy="224781"/>
              </a:xfrm>
              <a:prstGeom prst="rect">
                <a:avLst/>
              </a:prstGeom>
            </p:spPr>
          </p:pic>
        </mc:Fallback>
      </mc:AlternateContent>
    </p:spTree>
    <p:extLst>
      <p:ext uri="{BB962C8B-B14F-4D97-AF65-F5344CB8AC3E}">
        <p14:creationId xmlns:p14="http://schemas.microsoft.com/office/powerpoint/2010/main" val="233686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70076-8C33-6075-38DC-80220FCAB891}"/>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6A8CB679-D9C7-0E1B-F9CD-CD81B3CB429B}"/>
              </a:ext>
            </a:extLst>
          </p:cNvPr>
          <p:cNvSpPr>
            <a:spLocks noGrp="1"/>
          </p:cNvSpPr>
          <p:nvPr>
            <p:ph type="title"/>
          </p:nvPr>
        </p:nvSpPr>
        <p:spPr>
          <a:xfrm>
            <a:off x="3605134" y="316140"/>
            <a:ext cx="5005466" cy="1325563"/>
          </a:xfrm>
        </p:spPr>
        <p:txBody>
          <a:bodyPr rtlCol="0" anchor="ctr">
            <a:normAutofit/>
          </a:bodyPr>
          <a:lstStyle/>
          <a:p>
            <a:pPr algn="ctr"/>
            <a:r>
              <a:rPr lang="pl-PL" b="1" err="1">
                <a:solidFill>
                  <a:schemeClr val="tx2"/>
                </a:solidFill>
              </a:rPr>
              <a:t>Testing</a:t>
            </a:r>
            <a:r>
              <a:rPr lang="pl-PL" b="1">
                <a:solidFill>
                  <a:schemeClr val="tx2"/>
                </a:solidFill>
              </a:rPr>
              <a:t> Plan</a:t>
            </a:r>
            <a:endParaRPr lang="pl-PL" b="1" noProof="0">
              <a:solidFill>
                <a:schemeClr val="tx2"/>
              </a:solidFill>
            </a:endParaRPr>
          </a:p>
        </p:txBody>
      </p:sp>
      <p:sp>
        <p:nvSpPr>
          <p:cNvPr id="3" name="Podtytuł 2">
            <a:extLst>
              <a:ext uri="{FF2B5EF4-FFF2-40B4-BE49-F238E27FC236}">
                <a16:creationId xmlns:a16="http://schemas.microsoft.com/office/drawing/2014/main" id="{619CEB05-B59A-539F-F4BB-D204C8633D0C}"/>
              </a:ext>
            </a:extLst>
          </p:cNvPr>
          <p:cNvSpPr>
            <a:spLocks noGrp="1"/>
          </p:cNvSpPr>
          <p:nvPr>
            <p:ph type="body" sz="quarter" idx="14"/>
          </p:nvPr>
        </p:nvSpPr>
        <p:spPr>
          <a:xfrm>
            <a:off x="5645791" y="1679476"/>
            <a:ext cx="6085050" cy="3976319"/>
          </a:xfrm>
        </p:spPr>
        <p:txBody>
          <a:bodyPr vert="horz" lIns="91440" tIns="45720" rIns="91440" bIns="45720" rtlCol="0" anchor="t">
            <a:noAutofit/>
          </a:bodyPr>
          <a:lstStyle/>
          <a:p>
            <a:pPr>
              <a:lnSpc>
                <a:spcPct val="140000"/>
              </a:lnSpc>
              <a:spcAft>
                <a:spcPts val="600"/>
              </a:spcAft>
            </a:pPr>
            <a:r>
              <a:rPr lang="en-AU">
                <a:solidFill>
                  <a:schemeClr val="tx2"/>
                </a:solidFill>
                <a:latin typeface="gg sans"/>
                <a:cs typeface="Gill Sans Nova Light" panose="020F0302020204030204" pitchFamily="34" charset="0"/>
              </a:rPr>
              <a:t>The WebM8s testing plan will follow a clear strategy to make sure the app’s main features work well, are reliable, and easy to use. This plan will include test cases for key features like finding groups, chatting with others, and managing accounts. We’ll describe the different types of tests needed, the tools we’ll use, and a schedule that explains when each test will happen, how long each test will take, and who will be responsible for it.</a:t>
            </a:r>
            <a:endParaRPr lang="pl-PL">
              <a:solidFill>
                <a:schemeClr val="tx2"/>
              </a:solidFill>
              <a:latin typeface="gg sans"/>
              <a:cs typeface="Gill Sans Nova Light" panose="020F0302020204030204" pitchFamily="34" charset="0"/>
            </a:endParaRPr>
          </a:p>
          <a:p>
            <a:pPr>
              <a:lnSpc>
                <a:spcPct val="140000"/>
              </a:lnSpc>
              <a:spcAft>
                <a:spcPts val="600"/>
              </a:spcAft>
            </a:pPr>
            <a:endParaRPr lang="en-AU" sz="1600"/>
          </a:p>
        </p:txBody>
      </p:sp>
      <p:sp>
        <p:nvSpPr>
          <p:cNvPr id="11" name="Data — symbol zastępczy 10">
            <a:extLst>
              <a:ext uri="{FF2B5EF4-FFF2-40B4-BE49-F238E27FC236}">
                <a16:creationId xmlns:a16="http://schemas.microsoft.com/office/drawing/2014/main" id="{DF5DA678-A2E3-3AE8-9EA8-6C8104037C92}"/>
              </a:ext>
            </a:extLst>
          </p:cNvPr>
          <p:cNvSpPr>
            <a:spLocks noGrp="1"/>
          </p:cNvSpPr>
          <p:nvPr>
            <p:ph type="dt" sz="half" idx="10"/>
          </p:nvPr>
        </p:nvSpPr>
        <p:spPr>
          <a:xfrm>
            <a:off x="838200" y="6356350"/>
            <a:ext cx="2743200" cy="365125"/>
          </a:xfrm>
        </p:spPr>
        <p:txBody>
          <a:bodyPr rtlCol="0" anchor="ctr">
            <a:normAutofit/>
          </a:bodyPr>
          <a:lstStyle/>
          <a:p>
            <a:pPr rtl="0">
              <a:spcAft>
                <a:spcPts val="600"/>
              </a:spcAft>
            </a:pPr>
            <a:r>
              <a:rPr lang="en-AU" noProof="0">
                <a:solidFill>
                  <a:schemeClr val="tx2"/>
                </a:solidFill>
              </a:rPr>
              <a:t>20</a:t>
            </a:r>
            <a:r>
              <a:rPr lang="pl-PL" noProof="0">
                <a:solidFill>
                  <a:schemeClr val="tx2"/>
                </a:solidFill>
              </a:rPr>
              <a:t>24</a:t>
            </a:r>
            <a:endParaRPr lang="en-AU" noProof="0">
              <a:solidFill>
                <a:schemeClr val="tx2"/>
              </a:solidFill>
            </a:endParaRPr>
          </a:p>
        </p:txBody>
      </p:sp>
      <p:sp>
        <p:nvSpPr>
          <p:cNvPr id="5" name="Stopka — symbol zastępczy 4">
            <a:extLst>
              <a:ext uri="{FF2B5EF4-FFF2-40B4-BE49-F238E27FC236}">
                <a16:creationId xmlns:a16="http://schemas.microsoft.com/office/drawing/2014/main" id="{DEEE955E-ACAE-F7FF-5A55-53B8E8F62B2D}"/>
              </a:ext>
            </a:extLst>
          </p:cNvPr>
          <p:cNvSpPr>
            <a:spLocks noGrp="1"/>
          </p:cNvSpPr>
          <p:nvPr>
            <p:ph type="ftr" sz="quarter" idx="11"/>
          </p:nvPr>
        </p:nvSpPr>
        <p:spPr>
          <a:xfrm>
            <a:off x="4038600" y="6356350"/>
            <a:ext cx="4114800" cy="365125"/>
          </a:xfrm>
        </p:spPr>
        <p:txBody>
          <a:bodyPr rtlCol="0" anchor="ctr">
            <a:normAutofit/>
          </a:bodyPr>
          <a:lstStyle/>
          <a:p>
            <a:pPr rtl="0">
              <a:spcAft>
                <a:spcPts val="600"/>
              </a:spcAft>
            </a:pPr>
            <a:r>
              <a:rPr lang="en-AU" noProof="0">
                <a:solidFill>
                  <a:schemeClr val="tx2"/>
                </a:solidFill>
              </a:rPr>
              <a:t>WebM8s</a:t>
            </a:r>
          </a:p>
        </p:txBody>
      </p:sp>
      <p:sp>
        <p:nvSpPr>
          <p:cNvPr id="4" name="Numer slajdu — symbol zastępczy 3">
            <a:extLst>
              <a:ext uri="{FF2B5EF4-FFF2-40B4-BE49-F238E27FC236}">
                <a16:creationId xmlns:a16="http://schemas.microsoft.com/office/drawing/2014/main" id="{32D3D41F-588C-7E6B-EB63-B8C66AC5E884}"/>
              </a:ext>
            </a:extLst>
          </p:cNvPr>
          <p:cNvSpPr>
            <a:spLocks noGrp="1"/>
          </p:cNvSpPr>
          <p:nvPr>
            <p:ph type="sldNum" sz="quarter" idx="12"/>
          </p:nvPr>
        </p:nvSpPr>
        <p:spPr>
          <a:xfrm>
            <a:off x="8610600" y="6356350"/>
            <a:ext cx="2743200" cy="365125"/>
          </a:xfrm>
        </p:spPr>
        <p:txBody>
          <a:bodyPr rtlCol="0" anchor="ctr">
            <a:normAutofit/>
          </a:bodyPr>
          <a:lstStyle/>
          <a:p>
            <a:pPr rtl="0">
              <a:spcAft>
                <a:spcPts val="600"/>
              </a:spcAft>
            </a:pPr>
            <a:fld id="{19B51A1E-902D-48AF-9020-955120F399B6}" type="slidenum">
              <a:rPr lang="en-AU" noProof="0" smtClean="0">
                <a:solidFill>
                  <a:schemeClr val="tx2"/>
                </a:solidFill>
              </a:rPr>
              <a:pPr rtl="0">
                <a:spcAft>
                  <a:spcPts val="600"/>
                </a:spcAft>
              </a:pPr>
              <a:t>11</a:t>
            </a:fld>
            <a:endParaRPr lang="en-AU" noProof="0">
              <a:solidFill>
                <a:schemeClr val="tx2"/>
              </a:solidFill>
            </a:endParaRPr>
          </a:p>
        </p:txBody>
      </p:sp>
      <p:pic>
        <p:nvPicPr>
          <p:cNvPr id="10" name="Obraz 9" descr="Obraz zawierający zrzut ekranu, clipart&#10;&#10;Opis wygenerowany automatycznie">
            <a:extLst>
              <a:ext uri="{FF2B5EF4-FFF2-40B4-BE49-F238E27FC236}">
                <a16:creationId xmlns:a16="http://schemas.microsoft.com/office/drawing/2014/main" id="{501F5A23-9937-0572-9B81-83F24E438830}"/>
              </a:ext>
            </a:extLst>
          </p:cNvPr>
          <p:cNvPicPr>
            <a:picLocks noChangeAspect="1"/>
          </p:cNvPicPr>
          <p:nvPr/>
        </p:nvPicPr>
        <p:blipFill>
          <a:blip r:embed="rId3"/>
          <a:srcRect l="6852" r="7449"/>
          <a:stretch/>
        </p:blipFill>
        <p:spPr>
          <a:xfrm>
            <a:off x="639257" y="2080532"/>
            <a:ext cx="4836072" cy="3174208"/>
          </a:xfrm>
          <a:prstGeom prst="rect">
            <a:avLst/>
          </a:prstGeom>
        </p:spPr>
      </p:pic>
    </p:spTree>
    <p:extLst>
      <p:ext uri="{BB962C8B-B14F-4D97-AF65-F5344CB8AC3E}">
        <p14:creationId xmlns:p14="http://schemas.microsoft.com/office/powerpoint/2010/main" val="4177838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2D5DE-6857-4440-15FE-B0BF20CE8A9F}"/>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1923CB7E-0947-20F5-072F-0E4D7DB06015}"/>
              </a:ext>
            </a:extLst>
          </p:cNvPr>
          <p:cNvSpPr>
            <a:spLocks noGrp="1"/>
          </p:cNvSpPr>
          <p:nvPr>
            <p:ph type="title"/>
          </p:nvPr>
        </p:nvSpPr>
        <p:spPr>
          <a:xfrm>
            <a:off x="4728966" y="278688"/>
            <a:ext cx="2734065" cy="872181"/>
          </a:xfrm>
        </p:spPr>
        <p:txBody>
          <a:bodyPr rtlCol="0" anchor="ctr">
            <a:normAutofit/>
          </a:bodyPr>
          <a:lstStyle/>
          <a:p>
            <a:pPr algn="ctr" rtl="0"/>
            <a:r>
              <a:rPr lang="en-AU" b="1" noProof="0">
                <a:solidFill>
                  <a:schemeClr val="tx2"/>
                </a:solidFill>
                <a:cs typeface="Times New Roman" panose="02020603050405020304" pitchFamily="18" charset="0"/>
              </a:rPr>
              <a:t>Test Types</a:t>
            </a:r>
          </a:p>
        </p:txBody>
      </p:sp>
      <p:sp>
        <p:nvSpPr>
          <p:cNvPr id="3" name="Podtytuł 2">
            <a:extLst>
              <a:ext uri="{FF2B5EF4-FFF2-40B4-BE49-F238E27FC236}">
                <a16:creationId xmlns:a16="http://schemas.microsoft.com/office/drawing/2014/main" id="{50AC4066-31EA-E130-23D8-8F6BDFD24FAB}"/>
              </a:ext>
            </a:extLst>
          </p:cNvPr>
          <p:cNvSpPr>
            <a:spLocks noGrp="1"/>
          </p:cNvSpPr>
          <p:nvPr>
            <p:ph sz="half" idx="2"/>
          </p:nvPr>
        </p:nvSpPr>
        <p:spPr>
          <a:xfrm>
            <a:off x="8934894" y="3207288"/>
            <a:ext cx="2839993" cy="3095572"/>
          </a:xfrm>
        </p:spPr>
        <p:txBody>
          <a:bodyPr vert="horz" lIns="91440" tIns="45720" rIns="91440" bIns="45720" rtlCol="0" anchor="t">
            <a:noAutofit/>
          </a:bodyPr>
          <a:lstStyle/>
          <a:p>
            <a:pPr marL="0" indent="0" algn="ctr">
              <a:buNone/>
            </a:pPr>
            <a:r>
              <a:rPr lang="en-US" sz="1800" b="1">
                <a:solidFill>
                  <a:srgbClr val="5D9F98"/>
                </a:solidFill>
                <a:latin typeface="gg sans"/>
              </a:rPr>
              <a:t>User Acceptance Testing (UAT)</a:t>
            </a:r>
            <a:br>
              <a:rPr lang="en-US" sz="1600">
                <a:solidFill>
                  <a:schemeClr val="tx2"/>
                </a:solidFill>
                <a:latin typeface="gg sans"/>
              </a:rPr>
            </a:br>
            <a:r>
              <a:rPr lang="en-US" sz="1600" b="1">
                <a:solidFill>
                  <a:srgbClr val="5D9F98"/>
                </a:solidFill>
                <a:latin typeface="gg sans"/>
              </a:rPr>
              <a:t>Purpose:</a:t>
            </a:r>
            <a:r>
              <a:rPr lang="en-US" sz="1600">
                <a:solidFill>
                  <a:srgbClr val="A51768"/>
                </a:solidFill>
                <a:latin typeface="gg sans"/>
              </a:rPr>
              <a:t> </a:t>
            </a:r>
            <a:r>
              <a:rPr lang="en-US" sz="1600">
                <a:solidFill>
                  <a:schemeClr val="tx2"/>
                </a:solidFill>
                <a:latin typeface="gg sans"/>
              </a:rPr>
              <a:t>Validate that WebM8s meets user needs by testing usability, functionality, and real-life performance.</a:t>
            </a:r>
          </a:p>
          <a:p>
            <a:pPr marL="0" indent="0" algn="ctr">
              <a:buNone/>
            </a:pPr>
            <a:r>
              <a:rPr lang="en-US" sz="1600" b="1">
                <a:solidFill>
                  <a:srgbClr val="5D9F98"/>
                </a:solidFill>
                <a:latin typeface="gg sans"/>
              </a:rPr>
              <a:t>Scope:</a:t>
            </a:r>
            <a:r>
              <a:rPr lang="en-US" sz="1600">
                <a:solidFill>
                  <a:srgbClr val="5D9F98"/>
                </a:solidFill>
                <a:latin typeface="gg sans"/>
              </a:rPr>
              <a:t> </a:t>
            </a:r>
            <a:r>
              <a:rPr lang="en-US" sz="1600">
                <a:solidFill>
                  <a:schemeClr val="tx2"/>
                </a:solidFill>
                <a:latin typeface="gg sans"/>
              </a:rPr>
              <a:t>Launch the beta version to prove customer requirements are met. UAT lasts two months or until 20,000 users register.</a:t>
            </a:r>
          </a:p>
        </p:txBody>
      </p:sp>
      <p:sp>
        <p:nvSpPr>
          <p:cNvPr id="11" name="Data — symbol zastępczy 10">
            <a:extLst>
              <a:ext uri="{FF2B5EF4-FFF2-40B4-BE49-F238E27FC236}">
                <a16:creationId xmlns:a16="http://schemas.microsoft.com/office/drawing/2014/main" id="{B0861CFE-C7DB-0D56-26DD-543264D99465}"/>
              </a:ext>
            </a:extLst>
          </p:cNvPr>
          <p:cNvSpPr>
            <a:spLocks noGrp="1"/>
          </p:cNvSpPr>
          <p:nvPr>
            <p:ph type="dt" sz="half" idx="10"/>
          </p:nvPr>
        </p:nvSpPr>
        <p:spPr>
          <a:xfrm>
            <a:off x="838200" y="6356350"/>
            <a:ext cx="2743200" cy="365125"/>
          </a:xfrm>
        </p:spPr>
        <p:txBody>
          <a:bodyPr rtlCol="0" anchor="ctr">
            <a:normAutofit/>
          </a:bodyPr>
          <a:lstStyle/>
          <a:p>
            <a:pPr rtl="0">
              <a:spcAft>
                <a:spcPts val="600"/>
              </a:spcAft>
            </a:pPr>
            <a:r>
              <a:rPr lang="en-AU" noProof="0">
                <a:solidFill>
                  <a:schemeClr val="tx2"/>
                </a:solidFill>
              </a:rPr>
              <a:t>20</a:t>
            </a:r>
            <a:r>
              <a:rPr lang="pl-PL" noProof="0">
                <a:solidFill>
                  <a:schemeClr val="tx2"/>
                </a:solidFill>
              </a:rPr>
              <a:t>24</a:t>
            </a:r>
            <a:endParaRPr lang="en-AU" noProof="0">
              <a:solidFill>
                <a:schemeClr val="tx2"/>
              </a:solidFill>
            </a:endParaRPr>
          </a:p>
        </p:txBody>
      </p:sp>
      <p:sp>
        <p:nvSpPr>
          <p:cNvPr id="5" name="Stopka — symbol zastępczy 4">
            <a:extLst>
              <a:ext uri="{FF2B5EF4-FFF2-40B4-BE49-F238E27FC236}">
                <a16:creationId xmlns:a16="http://schemas.microsoft.com/office/drawing/2014/main" id="{EBAE7044-F218-402B-A0B0-B0AF96793C2D}"/>
              </a:ext>
            </a:extLst>
          </p:cNvPr>
          <p:cNvSpPr>
            <a:spLocks noGrp="1"/>
          </p:cNvSpPr>
          <p:nvPr>
            <p:ph type="ftr" sz="quarter" idx="11"/>
          </p:nvPr>
        </p:nvSpPr>
        <p:spPr>
          <a:xfrm>
            <a:off x="4038600" y="6356350"/>
            <a:ext cx="4114800" cy="365125"/>
          </a:xfrm>
        </p:spPr>
        <p:txBody>
          <a:bodyPr rtlCol="0" anchor="ctr">
            <a:normAutofit/>
          </a:bodyPr>
          <a:lstStyle/>
          <a:p>
            <a:pPr rtl="0">
              <a:spcAft>
                <a:spcPts val="600"/>
              </a:spcAft>
            </a:pPr>
            <a:r>
              <a:rPr lang="en-AU" noProof="0">
                <a:solidFill>
                  <a:schemeClr val="tx2"/>
                </a:solidFill>
              </a:rPr>
              <a:t>WebM8s</a:t>
            </a:r>
          </a:p>
        </p:txBody>
      </p:sp>
      <p:sp>
        <p:nvSpPr>
          <p:cNvPr id="4" name="Numer slajdu — symbol zastępczy 3">
            <a:extLst>
              <a:ext uri="{FF2B5EF4-FFF2-40B4-BE49-F238E27FC236}">
                <a16:creationId xmlns:a16="http://schemas.microsoft.com/office/drawing/2014/main" id="{743A411A-25CB-3E84-0C51-4582320681F9}"/>
              </a:ext>
            </a:extLst>
          </p:cNvPr>
          <p:cNvSpPr>
            <a:spLocks noGrp="1"/>
          </p:cNvSpPr>
          <p:nvPr>
            <p:ph type="sldNum" sz="quarter" idx="12"/>
          </p:nvPr>
        </p:nvSpPr>
        <p:spPr>
          <a:xfrm>
            <a:off x="8610600" y="6356350"/>
            <a:ext cx="2743200" cy="365125"/>
          </a:xfrm>
        </p:spPr>
        <p:txBody>
          <a:bodyPr rtlCol="0" anchor="ctr">
            <a:normAutofit/>
          </a:bodyPr>
          <a:lstStyle/>
          <a:p>
            <a:pPr rtl="0">
              <a:spcAft>
                <a:spcPts val="600"/>
              </a:spcAft>
            </a:pPr>
            <a:fld id="{19B51A1E-902D-48AF-9020-955120F399B6}" type="slidenum">
              <a:rPr lang="en-AU" noProof="0" smtClean="0">
                <a:solidFill>
                  <a:schemeClr val="tx2"/>
                </a:solidFill>
              </a:rPr>
              <a:pPr rtl="0">
                <a:spcAft>
                  <a:spcPts val="600"/>
                </a:spcAft>
              </a:pPr>
              <a:t>12</a:t>
            </a:fld>
            <a:endParaRPr lang="en-AU" noProof="0">
              <a:solidFill>
                <a:schemeClr val="tx2"/>
              </a:solidFill>
            </a:endParaRPr>
          </a:p>
        </p:txBody>
      </p:sp>
      <p:sp>
        <p:nvSpPr>
          <p:cNvPr id="6" name="pole tekstowe 5">
            <a:extLst>
              <a:ext uri="{FF2B5EF4-FFF2-40B4-BE49-F238E27FC236}">
                <a16:creationId xmlns:a16="http://schemas.microsoft.com/office/drawing/2014/main" id="{2FFAF2DE-A7ED-BDBD-6121-517ED65D379F}"/>
              </a:ext>
            </a:extLst>
          </p:cNvPr>
          <p:cNvSpPr txBox="1"/>
          <p:nvPr/>
        </p:nvSpPr>
        <p:spPr>
          <a:xfrm>
            <a:off x="417111" y="555139"/>
            <a:ext cx="2743201" cy="2092881"/>
          </a:xfrm>
          <a:prstGeom prst="rect">
            <a:avLst/>
          </a:prstGeom>
          <a:noFill/>
        </p:spPr>
        <p:txBody>
          <a:bodyPr wrap="square" rtlCol="0">
            <a:spAutoFit/>
          </a:bodyPr>
          <a:lstStyle/>
          <a:p>
            <a:pPr algn="ctr"/>
            <a:r>
              <a:rPr lang="pl-PL" b="1" i="0" u="none" strike="noStrike">
                <a:solidFill>
                  <a:srgbClr val="577FCD"/>
                </a:solidFill>
                <a:effectLst/>
                <a:latin typeface="gg sans"/>
              </a:rPr>
              <a:t>Unit </a:t>
            </a:r>
            <a:r>
              <a:rPr lang="pl-PL" b="1" i="0" u="none" strike="noStrike" err="1">
                <a:solidFill>
                  <a:srgbClr val="577FCD"/>
                </a:solidFill>
                <a:effectLst/>
                <a:latin typeface="gg sans"/>
              </a:rPr>
              <a:t>Testing</a:t>
            </a:r>
            <a:endParaRPr lang="pl-PL" b="1">
              <a:solidFill>
                <a:srgbClr val="577FCD"/>
              </a:solidFill>
              <a:latin typeface="gg sans"/>
            </a:endParaRPr>
          </a:p>
          <a:p>
            <a:pPr algn="ctr"/>
            <a:r>
              <a:rPr lang="pl-PL" sz="1600" b="1" i="0" u="none" strike="noStrike" err="1">
                <a:solidFill>
                  <a:srgbClr val="577FCD"/>
                </a:solidFill>
                <a:effectLst/>
                <a:latin typeface="gg sans"/>
              </a:rPr>
              <a:t>Purpose</a:t>
            </a:r>
            <a:r>
              <a:rPr lang="pl-PL" sz="1600" b="0" i="0" u="none" strike="noStrike">
                <a:solidFill>
                  <a:schemeClr val="tx2"/>
                </a:solidFill>
                <a:effectLst/>
                <a:latin typeface="gg sans"/>
              </a:rPr>
              <a:t>: We </a:t>
            </a:r>
            <a:r>
              <a:rPr lang="pl-PL" sz="1600" b="0" i="0" u="none" strike="noStrike" err="1">
                <a:solidFill>
                  <a:schemeClr val="tx2"/>
                </a:solidFill>
                <a:effectLst/>
                <a:latin typeface="gg sans"/>
              </a:rPr>
              <a:t>ensure</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that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each</a:t>
            </a:r>
            <a:r>
              <a:rPr lang="pl-PL" sz="1600" b="0" i="0" u="none" strike="noStrike">
                <a:solidFill>
                  <a:schemeClr val="tx2"/>
                </a:solidFill>
                <a:effectLst/>
                <a:latin typeface="gg sans"/>
              </a:rPr>
              <a:t> small part of the </a:t>
            </a:r>
            <a:r>
              <a:rPr lang="pl-PL" sz="1600" b="0" i="0" u="none" strike="noStrike" err="1">
                <a:solidFill>
                  <a:schemeClr val="tx2"/>
                </a:solidFill>
                <a:effectLst/>
                <a:latin typeface="gg sans"/>
              </a:rPr>
              <a:t>app</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works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correctly</a:t>
            </a:r>
            <a:r>
              <a:rPr lang="pl-PL" sz="1600" b="0" i="0" u="none" strike="noStrike">
                <a:solidFill>
                  <a:schemeClr val="tx2"/>
                </a:solidFill>
                <a:effectLst/>
                <a:latin typeface="gg sans"/>
              </a:rPr>
              <a:t> on </a:t>
            </a:r>
            <a:r>
              <a:rPr lang="pl-PL" sz="1600" b="0" i="0" u="none" strike="noStrike" err="1">
                <a:solidFill>
                  <a:schemeClr val="tx2"/>
                </a:solidFill>
                <a:effectLst/>
                <a:latin typeface="gg sans"/>
              </a:rPr>
              <a:t>it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own</a:t>
            </a:r>
            <a:r>
              <a:rPr lang="pl-PL" sz="1600" b="0" i="0" u="none" strike="noStrike">
                <a:solidFill>
                  <a:schemeClr val="tx2"/>
                </a:solidFill>
                <a:effectLst/>
                <a:latin typeface="gg sans"/>
              </a:rPr>
              <a:t>.</a:t>
            </a:r>
          </a:p>
          <a:p>
            <a:pPr algn="ctr"/>
            <a:r>
              <a:rPr lang="pl-PL" sz="1600" b="1" i="0" u="none" strike="noStrike" err="1">
                <a:solidFill>
                  <a:srgbClr val="577FCD"/>
                </a:solidFill>
                <a:effectLst/>
                <a:latin typeface="gg sans"/>
              </a:rPr>
              <a:t>Scope</a:t>
            </a:r>
            <a:r>
              <a:rPr lang="pl-PL" sz="1600" b="0" i="0" u="none" strike="noStrike">
                <a:solidFill>
                  <a:srgbClr val="577FCD"/>
                </a:solidFill>
                <a:effectLst/>
                <a:latin typeface="gg sans"/>
              </a:rPr>
              <a:t>: </a:t>
            </a:r>
            <a:r>
              <a:rPr lang="pl-PL" sz="1600" b="0" i="0" u="none" strike="noStrike" err="1">
                <a:solidFill>
                  <a:schemeClr val="tx2"/>
                </a:solidFill>
                <a:effectLst/>
                <a:latin typeface="gg sans"/>
              </a:rPr>
              <a:t>Testing</a:t>
            </a:r>
            <a:r>
              <a:rPr lang="pl-PL" sz="1600" b="0" i="0" u="none" strike="noStrike">
                <a:solidFill>
                  <a:schemeClr val="tx2"/>
                </a:solidFill>
                <a:effectLst/>
                <a:latin typeface="gg sans"/>
              </a:rPr>
              <a:t> small </a:t>
            </a:r>
            <a:r>
              <a:rPr lang="pl-PL" sz="1600" b="0" i="0" u="none" strike="noStrike" err="1">
                <a:solidFill>
                  <a:schemeClr val="tx2"/>
                </a:solidFill>
                <a:effectLst/>
                <a:latin typeface="gg sans"/>
              </a:rPr>
              <a:t>functions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like</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creating</a:t>
            </a:r>
            <a:r>
              <a:rPr lang="pl-PL" sz="1600" b="0" i="0" u="none" strike="noStrike">
                <a:solidFill>
                  <a:schemeClr val="tx2"/>
                </a:solidFill>
                <a:effectLst/>
                <a:latin typeface="gg sans"/>
              </a:rPr>
              <a:t> a </a:t>
            </a:r>
            <a:r>
              <a:rPr lang="pl-PL" sz="1600" b="0" i="0" u="none" strike="noStrike" err="1">
                <a:solidFill>
                  <a:schemeClr val="tx2"/>
                </a:solidFill>
                <a:effectLst/>
                <a:latin typeface="gg sans"/>
              </a:rPr>
              <a:t>user</a:t>
            </a:r>
            <a:r>
              <a:rPr lang="pl-PL" sz="1600" b="0" i="0" u="none" strike="noStrike">
                <a:solidFill>
                  <a:schemeClr val="tx2"/>
                </a:solidFill>
                <a:effectLst/>
                <a:latin typeface="gg sans"/>
              </a:rPr>
              <a:t> profile, </a:t>
            </a:r>
            <a:r>
              <a:rPr lang="pl-PL" sz="1600" b="0" i="0" u="none" strike="noStrike" err="1">
                <a:solidFill>
                  <a:schemeClr val="tx2"/>
                </a:solidFill>
                <a:effectLst/>
                <a:latin typeface="gg sans"/>
              </a:rPr>
              <a:t>filtering</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age</a:t>
            </a:r>
            <a:r>
              <a:rPr lang="pl-PL" sz="1600">
                <a:solidFill>
                  <a:schemeClr val="tx2"/>
                </a:solidFill>
                <a:latin typeface="gg sans"/>
              </a:rPr>
              <a:t>, </a:t>
            </a:r>
            <a:r>
              <a:rPr lang="pl-PL" sz="1600" b="0" i="0" u="none" strike="noStrike" err="1">
                <a:solidFill>
                  <a:schemeClr val="tx2"/>
                </a:solidFill>
                <a:effectLst/>
                <a:latin typeface="gg sans"/>
              </a:rPr>
              <a:t>games</a:t>
            </a:r>
            <a:r>
              <a:rPr lang="pl-PL" sz="1600">
                <a:solidFill>
                  <a:schemeClr val="tx2"/>
                </a:solidFill>
                <a:latin typeface="gg sans"/>
              </a:rPr>
              <a:t> and </a:t>
            </a:r>
            <a:r>
              <a:rPr lang="pl-PL" sz="1600" err="1">
                <a:solidFill>
                  <a:schemeClr val="tx2"/>
                </a:solidFill>
                <a:latin typeface="gg sans"/>
              </a:rPr>
              <a:t>selected</a:t>
            </a:r>
            <a:r>
              <a:rPr lang="pl-PL" sz="1600">
                <a:solidFill>
                  <a:schemeClr val="tx2"/>
                </a:solidFill>
                <a:latin typeface="gg sans"/>
              </a:rPr>
              <a:t> </a:t>
            </a:r>
            <a:r>
              <a:rPr lang="pl-PL" sz="1600" b="0" i="0" u="none" strike="noStrike" err="1">
                <a:solidFill>
                  <a:schemeClr val="tx2"/>
                </a:solidFill>
                <a:effectLst/>
                <a:latin typeface="gg sans"/>
              </a:rPr>
              <a:t>topic</a:t>
            </a:r>
            <a:r>
              <a:rPr lang="pl-PL" sz="1600" b="0" i="0" u="none" strike="noStrike">
                <a:solidFill>
                  <a:schemeClr val="tx2"/>
                </a:solidFill>
                <a:effectLst/>
                <a:latin typeface="gg sans"/>
              </a:rPr>
              <a:t>.</a:t>
            </a:r>
          </a:p>
        </p:txBody>
      </p:sp>
      <p:sp>
        <p:nvSpPr>
          <p:cNvPr id="7" name="pole tekstowe 6">
            <a:extLst>
              <a:ext uri="{FF2B5EF4-FFF2-40B4-BE49-F238E27FC236}">
                <a16:creationId xmlns:a16="http://schemas.microsoft.com/office/drawing/2014/main" id="{9E66278C-797D-6AA1-3C4B-A79ED175DE0C}"/>
              </a:ext>
            </a:extLst>
          </p:cNvPr>
          <p:cNvSpPr txBox="1"/>
          <p:nvPr/>
        </p:nvSpPr>
        <p:spPr>
          <a:xfrm>
            <a:off x="9046928" y="555139"/>
            <a:ext cx="2727961" cy="2123658"/>
          </a:xfrm>
          <a:prstGeom prst="rect">
            <a:avLst/>
          </a:prstGeom>
          <a:noFill/>
        </p:spPr>
        <p:txBody>
          <a:bodyPr wrap="square" rtlCol="0">
            <a:spAutoFit/>
          </a:bodyPr>
          <a:lstStyle/>
          <a:p>
            <a:pPr algn="ctr"/>
            <a:r>
              <a:rPr lang="pl-PL" b="1" i="0" u="none" strike="noStrike">
                <a:solidFill>
                  <a:srgbClr val="42018F"/>
                </a:solidFill>
                <a:effectLst/>
                <a:latin typeface="gg sans"/>
              </a:rPr>
              <a:t>Integration </a:t>
            </a:r>
            <a:r>
              <a:rPr lang="pl-PL" b="1" i="0" u="none" strike="noStrike" err="1">
                <a:solidFill>
                  <a:srgbClr val="42018F"/>
                </a:solidFill>
                <a:effectLst/>
                <a:latin typeface="gg sans"/>
              </a:rPr>
              <a:t>Testing</a:t>
            </a:r>
            <a:endParaRPr lang="pl-PL" b="1" i="0" u="none" strike="noStrike">
              <a:solidFill>
                <a:srgbClr val="42018F"/>
              </a:solidFill>
              <a:effectLst/>
              <a:latin typeface="gg sans"/>
            </a:endParaRPr>
          </a:p>
          <a:p>
            <a:pPr algn="ctr"/>
            <a:r>
              <a:rPr lang="pl-PL" sz="1600" b="1" i="0" u="none" strike="noStrike" err="1">
                <a:solidFill>
                  <a:srgbClr val="42018F"/>
                </a:solidFill>
                <a:effectLst/>
                <a:latin typeface="gg sans"/>
              </a:rPr>
              <a:t>Purpose</a:t>
            </a:r>
            <a:r>
              <a:rPr lang="pl-PL" sz="1600" b="1">
                <a:solidFill>
                  <a:srgbClr val="42018F"/>
                </a:solidFill>
                <a:latin typeface="gg sans"/>
              </a:rPr>
              <a:t>:</a:t>
            </a:r>
            <a:r>
              <a:rPr lang="pl-PL" sz="1600" b="1">
                <a:solidFill>
                  <a:srgbClr val="FFC000"/>
                </a:solidFill>
                <a:latin typeface="gg sans"/>
              </a:rPr>
              <a:t> </a:t>
            </a:r>
            <a:r>
              <a:rPr lang="pl-PL" sz="1600">
                <a:solidFill>
                  <a:schemeClr val="tx2"/>
                </a:solidFill>
                <a:latin typeface="gg sans"/>
              </a:rPr>
              <a:t>We </a:t>
            </a:r>
            <a:r>
              <a:rPr lang="pl-PL" sz="1600" err="1">
                <a:solidFill>
                  <a:schemeClr val="tx2"/>
                </a:solidFill>
                <a:latin typeface="gg sans"/>
              </a:rPr>
              <a:t>confirm</a:t>
            </a:r>
            <a:r>
              <a:rPr lang="pl-PL" sz="1600">
                <a:solidFill>
                  <a:schemeClr val="tx2"/>
                </a:solidFill>
                <a:latin typeface="gg sans"/>
              </a:rPr>
              <a:t> </a:t>
            </a:r>
            <a:r>
              <a:rPr lang="pl-PL" sz="1600" err="1">
                <a:solidFill>
                  <a:schemeClr val="tx2"/>
                </a:solidFill>
                <a:latin typeface="gg sans"/>
              </a:rPr>
              <a:t>that</a:t>
            </a:r>
            <a:r>
              <a:rPr lang="pl-PL" sz="1600">
                <a:solidFill>
                  <a:schemeClr val="tx2"/>
                </a:solidFill>
                <a:latin typeface="gg sans"/>
              </a:rPr>
              <a:t> </a:t>
            </a:r>
            <a:r>
              <a:rPr lang="pl-PL" sz="1600" err="1">
                <a:solidFill>
                  <a:schemeClr val="tx2"/>
                </a:solidFill>
                <a:latin typeface="gg sans"/>
              </a:rPr>
              <a:t>all</a:t>
            </a:r>
            <a:r>
              <a:rPr lang="pl-PL" sz="1600">
                <a:solidFill>
                  <a:schemeClr val="tx2"/>
                </a:solidFill>
                <a:latin typeface="gg sans"/>
              </a:rPr>
              <a:t> </a:t>
            </a:r>
            <a:r>
              <a:rPr lang="pl-PL" sz="1600" b="0" i="0" u="none" strike="noStrike" err="1">
                <a:solidFill>
                  <a:schemeClr val="tx2"/>
                </a:solidFill>
                <a:effectLst/>
                <a:latin typeface="gg sans"/>
              </a:rPr>
              <a:t>parts</a:t>
            </a:r>
            <a:r>
              <a:rPr lang="pl-PL" sz="1600" b="0" i="0" u="none" strike="noStrike">
                <a:solidFill>
                  <a:schemeClr val="tx2"/>
                </a:solidFill>
                <a:effectLst/>
                <a:latin typeface="gg sans"/>
              </a:rPr>
              <a:t> of the </a:t>
            </a:r>
            <a:r>
              <a:rPr lang="pl-PL" sz="1600" b="0" i="0" u="none" strike="noStrike" err="1">
                <a:solidFill>
                  <a:schemeClr val="tx2"/>
                </a:solidFill>
                <a:effectLst/>
                <a:latin typeface="gg sans"/>
              </a:rPr>
              <a:t>app</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work</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well</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together</a:t>
            </a:r>
            <a:r>
              <a:rPr lang="pl-PL" sz="1600" b="0" i="0" u="none" strike="noStrike">
                <a:solidFill>
                  <a:schemeClr val="tx2"/>
                </a:solidFill>
                <a:effectLst/>
                <a:latin typeface="gg sans"/>
              </a:rPr>
              <a:t>.</a:t>
            </a:r>
          </a:p>
          <a:p>
            <a:pPr algn="ctr"/>
            <a:r>
              <a:rPr lang="pl-PL" sz="1600" b="1" i="0" u="none" strike="noStrike" err="1">
                <a:solidFill>
                  <a:srgbClr val="42018F"/>
                </a:solidFill>
                <a:effectLst/>
                <a:latin typeface="gg sans"/>
              </a:rPr>
              <a:t>Scope</a:t>
            </a:r>
            <a:r>
              <a:rPr lang="pl-PL" sz="1600" b="0" i="0" u="none" strike="noStrike">
                <a:solidFill>
                  <a:srgbClr val="42018F"/>
                </a:solidFill>
                <a:effectLst/>
                <a:latin typeface="gg sans"/>
              </a:rPr>
              <a:t>:</a:t>
            </a:r>
            <a:r>
              <a:rPr lang="pl-PL" sz="1600" b="0" i="0" u="none" strike="noStrike">
                <a:solidFill>
                  <a:srgbClr val="FFC000"/>
                </a:solidFill>
                <a:effectLst/>
                <a:latin typeface="gg sans"/>
              </a:rPr>
              <a:t> </a:t>
            </a:r>
            <a:r>
              <a:rPr lang="pl-PL" sz="1600">
                <a:solidFill>
                  <a:schemeClr val="tx2"/>
                </a:solidFill>
                <a:latin typeface="gg sans"/>
              </a:rPr>
              <a:t>For </a:t>
            </a:r>
            <a:r>
              <a:rPr lang="pl-PL" sz="1600" err="1">
                <a:solidFill>
                  <a:schemeClr val="tx2"/>
                </a:solidFill>
                <a:latin typeface="gg sans"/>
              </a:rPr>
              <a:t>example</a:t>
            </a:r>
            <a:r>
              <a:rPr lang="pl-PL" sz="1600">
                <a:solidFill>
                  <a:schemeClr val="tx2"/>
                </a:solidFill>
                <a:latin typeface="gg sans"/>
              </a:rPr>
              <a:t>, we t</a:t>
            </a:r>
            <a:r>
              <a:rPr lang="pl-PL" sz="1600" b="0" i="0" u="none" strike="noStrike">
                <a:solidFill>
                  <a:schemeClr val="tx2"/>
                </a:solidFill>
                <a:effectLst/>
                <a:latin typeface="gg sans"/>
              </a:rPr>
              <a:t>est </a:t>
            </a:r>
            <a:r>
              <a:rPr lang="pl-PL" sz="1600" b="0" i="0" u="none" strike="noStrike" err="1">
                <a:solidFill>
                  <a:schemeClr val="tx2"/>
                </a:solidFill>
                <a:effectLst/>
                <a:latin typeface="gg sans"/>
              </a:rPr>
              <a:t>how</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features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like</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user</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registration</a:t>
            </a:r>
            <a:r>
              <a:rPr lang="pl-PL" sz="1600" b="0" i="0" u="none" strike="noStrike">
                <a:solidFill>
                  <a:schemeClr val="tx2"/>
                </a:solidFill>
                <a:effectLst/>
                <a:latin typeface="gg sans"/>
              </a:rPr>
              <a:t> and </a:t>
            </a:r>
            <a:r>
              <a:rPr lang="pl-PL" sz="1600" b="0" i="0" u="none" strike="noStrike" err="1">
                <a:solidFill>
                  <a:schemeClr val="tx2"/>
                </a:solidFill>
                <a:effectLst/>
                <a:latin typeface="gg sans"/>
              </a:rPr>
              <a:t>saving</a:t>
            </a:r>
            <a:r>
              <a:rPr lang="pl-PL" sz="1600" b="0" i="0" u="none" strike="noStrike">
                <a:solidFill>
                  <a:schemeClr val="tx2"/>
                </a:solidFill>
                <a:effectLst/>
                <a:latin typeface="gg sans"/>
              </a:rPr>
              <a:t> data </a:t>
            </a:r>
            <a:r>
              <a:rPr lang="pl-PL" sz="1600" b="0" i="0" u="none" strike="noStrike" err="1">
                <a:solidFill>
                  <a:schemeClr val="tx2"/>
                </a:solidFill>
                <a:effectLst/>
                <a:latin typeface="gg sans"/>
              </a:rPr>
              <a:t>connect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seamlessly</a:t>
            </a:r>
            <a:r>
              <a:rPr lang="pl-PL" sz="1600">
                <a:solidFill>
                  <a:schemeClr val="tx2"/>
                </a:solidFill>
                <a:latin typeface="gg sans"/>
              </a:rPr>
              <a:t>.</a:t>
            </a:r>
            <a:endParaRPr lang="pl-PL" sz="1600" b="0" i="0" u="none" strike="noStrike">
              <a:solidFill>
                <a:schemeClr val="tx2"/>
              </a:solidFill>
              <a:effectLst/>
              <a:latin typeface="gg sans"/>
            </a:endParaRPr>
          </a:p>
        </p:txBody>
      </p:sp>
      <p:pic>
        <p:nvPicPr>
          <p:cNvPr id="20" name="Obraz 19">
            <a:extLst>
              <a:ext uri="{FF2B5EF4-FFF2-40B4-BE49-F238E27FC236}">
                <a16:creationId xmlns:a16="http://schemas.microsoft.com/office/drawing/2014/main" id="{E2EEE6A6-7DDF-DF39-9CF5-38C32A64482D}"/>
              </a:ext>
            </a:extLst>
          </p:cNvPr>
          <p:cNvPicPr>
            <a:picLocks noChangeAspect="1"/>
          </p:cNvPicPr>
          <p:nvPr/>
        </p:nvPicPr>
        <p:blipFill>
          <a:blip r:embed="rId3"/>
          <a:stretch>
            <a:fillRect/>
          </a:stretch>
        </p:blipFill>
        <p:spPr>
          <a:xfrm>
            <a:off x="3733096" y="1800088"/>
            <a:ext cx="4725807" cy="3257824"/>
          </a:xfrm>
          <a:prstGeom prst="rect">
            <a:avLst/>
          </a:prstGeom>
        </p:spPr>
      </p:pic>
      <p:sp>
        <p:nvSpPr>
          <p:cNvPr id="21" name="Podtytuł 2">
            <a:extLst>
              <a:ext uri="{FF2B5EF4-FFF2-40B4-BE49-F238E27FC236}">
                <a16:creationId xmlns:a16="http://schemas.microsoft.com/office/drawing/2014/main" id="{9C915F56-7B12-0F81-F728-7B36C22559A3}"/>
              </a:ext>
            </a:extLst>
          </p:cNvPr>
          <p:cNvSpPr txBox="1">
            <a:spLocks/>
          </p:cNvSpPr>
          <p:nvPr/>
        </p:nvSpPr>
        <p:spPr>
          <a:xfrm flipH="1">
            <a:off x="417110" y="3207287"/>
            <a:ext cx="2743199" cy="309557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a:solidFill>
                  <a:srgbClr val="A51768"/>
                </a:solidFill>
                <a:latin typeface="gg sans"/>
              </a:rPr>
              <a:t>System Testing</a:t>
            </a:r>
            <a:br>
              <a:rPr lang="en-US" sz="1600">
                <a:latin typeface="gg sans"/>
              </a:rPr>
            </a:br>
            <a:r>
              <a:rPr lang="en-US" sz="1600" b="1">
                <a:solidFill>
                  <a:srgbClr val="A51768"/>
                </a:solidFill>
                <a:latin typeface="gg sans"/>
              </a:rPr>
              <a:t>Purpose:</a:t>
            </a:r>
            <a:r>
              <a:rPr lang="en-US" sz="1600">
                <a:latin typeface="gg sans"/>
              </a:rPr>
              <a:t> </a:t>
            </a:r>
            <a:r>
              <a:rPr lang="en-US" sz="1600">
                <a:solidFill>
                  <a:schemeClr val="tx2"/>
                </a:solidFill>
                <a:latin typeface="gg sans"/>
              </a:rPr>
              <a:t>Ensure WebM8s functions as a complete, integrated system, verifying performance, security, and reliability.</a:t>
            </a:r>
          </a:p>
          <a:p>
            <a:pPr marL="0" indent="0" algn="ctr">
              <a:buNone/>
            </a:pPr>
            <a:r>
              <a:rPr lang="en-US" sz="1600" b="1">
                <a:solidFill>
                  <a:srgbClr val="A51768"/>
                </a:solidFill>
                <a:latin typeface="gg sans"/>
              </a:rPr>
              <a:t>Scope:</a:t>
            </a:r>
            <a:r>
              <a:rPr lang="en-US" sz="1600">
                <a:latin typeface="gg sans"/>
              </a:rPr>
              <a:t> </a:t>
            </a:r>
            <a:r>
              <a:rPr lang="en-US" sz="1600">
                <a:solidFill>
                  <a:schemeClr val="tx2"/>
                </a:solidFill>
                <a:latin typeface="gg sans"/>
              </a:rPr>
              <a:t>Test the full application for defects, end-to-end workflows, and requirement compliance to prepare for User Acceptance Testing.</a:t>
            </a:r>
          </a:p>
        </p:txBody>
      </p:sp>
    </p:spTree>
    <p:extLst>
      <p:ext uri="{BB962C8B-B14F-4D97-AF65-F5344CB8AC3E}">
        <p14:creationId xmlns:p14="http://schemas.microsoft.com/office/powerpoint/2010/main" val="3139124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2E5A2810-0223-DC62-EA22-B538B329BCB3}"/>
              </a:ext>
            </a:extLst>
          </p:cNvPr>
          <p:cNvSpPr>
            <a:spLocks noGrp="1"/>
          </p:cNvSpPr>
          <p:nvPr>
            <p:ph type="title"/>
          </p:nvPr>
        </p:nvSpPr>
        <p:spPr>
          <a:xfrm>
            <a:off x="0" y="8449"/>
            <a:ext cx="2931770" cy="984441"/>
          </a:xfrm>
        </p:spPr>
        <p:txBody>
          <a:bodyPr>
            <a:noAutofit/>
          </a:bodyPr>
          <a:lstStyle/>
          <a:p>
            <a:pPr algn="ctr"/>
            <a:r>
              <a:rPr lang="pl-PL" sz="2400" b="1">
                <a:solidFill>
                  <a:schemeClr val="tx2"/>
                </a:solidFill>
                <a:cs typeface="Times New Roman" panose="02020603050405020304" pitchFamily="18" charset="0"/>
              </a:rPr>
              <a:t>How </a:t>
            </a:r>
            <a:r>
              <a:rPr lang="pl-PL" sz="2400" b="1" err="1">
                <a:solidFill>
                  <a:schemeClr val="tx2"/>
                </a:solidFill>
                <a:cs typeface="Times New Roman" panose="02020603050405020304" pitchFamily="18" charset="0"/>
              </a:rPr>
              <a:t>will</a:t>
            </a:r>
            <a:r>
              <a:rPr lang="pl-PL" sz="2400" b="1">
                <a:solidFill>
                  <a:schemeClr val="tx2"/>
                </a:solidFill>
                <a:cs typeface="Times New Roman" panose="02020603050405020304" pitchFamily="18" charset="0"/>
              </a:rPr>
              <a:t> </a:t>
            </a:r>
            <a:r>
              <a:rPr lang="pl-PL" sz="2400" b="1" err="1">
                <a:solidFill>
                  <a:schemeClr val="tx2"/>
                </a:solidFill>
                <a:cs typeface="Times New Roman" panose="02020603050405020304" pitchFamily="18" charset="0"/>
              </a:rPr>
              <a:t>user</a:t>
            </a:r>
            <a:r>
              <a:rPr lang="pl-PL" sz="2400" b="1">
                <a:solidFill>
                  <a:schemeClr val="tx2"/>
                </a:solidFill>
                <a:cs typeface="Times New Roman" panose="02020603050405020304" pitchFamily="18" charset="0"/>
              </a:rPr>
              <a:t> </a:t>
            </a:r>
            <a:r>
              <a:rPr lang="pl-PL" sz="2400" b="1" err="1">
                <a:solidFill>
                  <a:schemeClr val="tx2"/>
                </a:solidFill>
                <a:cs typeface="Times New Roman" panose="02020603050405020304" pitchFamily="18" charset="0"/>
              </a:rPr>
              <a:t>acceptance</a:t>
            </a:r>
            <a:r>
              <a:rPr lang="pl-PL" sz="2400" b="1">
                <a:solidFill>
                  <a:schemeClr val="tx2"/>
                </a:solidFill>
                <a:cs typeface="Times New Roman" panose="02020603050405020304" pitchFamily="18" charset="0"/>
              </a:rPr>
              <a:t> </a:t>
            </a:r>
            <a:r>
              <a:rPr lang="pl-PL" sz="2400" b="1" err="1">
                <a:solidFill>
                  <a:schemeClr val="tx2"/>
                </a:solidFill>
                <a:cs typeface="Times New Roman" panose="02020603050405020304" pitchFamily="18" charset="0"/>
              </a:rPr>
              <a:t>tests</a:t>
            </a:r>
            <a:r>
              <a:rPr lang="pl-PL" sz="2400" b="1">
                <a:solidFill>
                  <a:schemeClr val="tx2"/>
                </a:solidFill>
                <a:cs typeface="Times New Roman" panose="02020603050405020304" pitchFamily="18" charset="0"/>
              </a:rPr>
              <a:t> </a:t>
            </a:r>
            <a:r>
              <a:rPr lang="pl-PL" sz="2400" b="1" err="1">
                <a:solidFill>
                  <a:schemeClr val="tx2"/>
                </a:solidFill>
                <a:cs typeface="Times New Roman" panose="02020603050405020304" pitchFamily="18" charset="0"/>
              </a:rPr>
              <a:t>work</a:t>
            </a:r>
            <a:r>
              <a:rPr lang="pl-PL" sz="2400" b="1">
                <a:solidFill>
                  <a:schemeClr val="tx2"/>
                </a:solidFill>
                <a:cs typeface="Times New Roman" panose="02020603050405020304" pitchFamily="18" charset="0"/>
              </a:rPr>
              <a:t> in WebM8s?</a:t>
            </a:r>
          </a:p>
        </p:txBody>
      </p:sp>
      <p:sp>
        <p:nvSpPr>
          <p:cNvPr id="9" name="Symbol zastępczy daty 8">
            <a:extLst>
              <a:ext uri="{FF2B5EF4-FFF2-40B4-BE49-F238E27FC236}">
                <a16:creationId xmlns:a16="http://schemas.microsoft.com/office/drawing/2014/main" id="{BEFB6812-D5DA-6C74-4E8B-5A22FDBDE4A8}"/>
              </a:ext>
            </a:extLst>
          </p:cNvPr>
          <p:cNvSpPr>
            <a:spLocks noGrp="1"/>
          </p:cNvSpPr>
          <p:nvPr>
            <p:ph type="dt" sz="half" idx="20"/>
          </p:nvPr>
        </p:nvSpPr>
        <p:spPr/>
        <p:txBody>
          <a:bodyPr/>
          <a:lstStyle/>
          <a:p>
            <a:pPr rtl="0"/>
            <a:r>
              <a:rPr lang="pl-PL" noProof="0">
                <a:latin typeface="gg sans"/>
              </a:rPr>
              <a:t>20XX</a:t>
            </a:r>
          </a:p>
        </p:txBody>
      </p:sp>
      <p:sp>
        <p:nvSpPr>
          <p:cNvPr id="11" name="Symbol zastępczy numeru slajdu 10">
            <a:extLst>
              <a:ext uri="{FF2B5EF4-FFF2-40B4-BE49-F238E27FC236}">
                <a16:creationId xmlns:a16="http://schemas.microsoft.com/office/drawing/2014/main" id="{94F6742A-99D1-4110-1A4B-744CBD2C772F}"/>
              </a:ext>
            </a:extLst>
          </p:cNvPr>
          <p:cNvSpPr>
            <a:spLocks noGrp="1"/>
          </p:cNvSpPr>
          <p:nvPr>
            <p:ph type="sldNum" sz="quarter" idx="22"/>
          </p:nvPr>
        </p:nvSpPr>
        <p:spPr/>
        <p:txBody>
          <a:bodyPr/>
          <a:lstStyle/>
          <a:p>
            <a:pPr rtl="0"/>
            <a:fld id="{B5CEABB6-07DC-46E8-9B57-56EC44A396E5}" type="slidenum">
              <a:rPr lang="pl-PL" noProof="0" smtClean="0">
                <a:latin typeface="gg sans"/>
              </a:rPr>
              <a:t>13</a:t>
            </a:fld>
            <a:endParaRPr lang="pl-PL" noProof="0">
              <a:latin typeface="gg sans"/>
            </a:endParaRPr>
          </a:p>
        </p:txBody>
      </p:sp>
      <p:grpSp>
        <p:nvGrpSpPr>
          <p:cNvPr id="70" name="Grupa 69">
            <a:extLst>
              <a:ext uri="{FF2B5EF4-FFF2-40B4-BE49-F238E27FC236}">
                <a16:creationId xmlns:a16="http://schemas.microsoft.com/office/drawing/2014/main" id="{948472EE-8E4F-AB6D-3B83-E0A196DCB7AC}"/>
              </a:ext>
            </a:extLst>
          </p:cNvPr>
          <p:cNvGrpSpPr/>
          <p:nvPr/>
        </p:nvGrpSpPr>
        <p:grpSpPr>
          <a:xfrm>
            <a:off x="1027811" y="1003800"/>
            <a:ext cx="1160721" cy="1104413"/>
            <a:chOff x="1027813" y="1014709"/>
            <a:chExt cx="1160721" cy="1104413"/>
          </a:xfrm>
        </p:grpSpPr>
        <p:sp>
          <p:nvSpPr>
            <p:cNvPr id="24" name="Owal 23">
              <a:extLst>
                <a:ext uri="{FF2B5EF4-FFF2-40B4-BE49-F238E27FC236}">
                  <a16:creationId xmlns:a16="http://schemas.microsoft.com/office/drawing/2014/main" id="{9BFE21BA-7E63-A067-20A1-75FA34FCEF82}"/>
                </a:ext>
              </a:extLst>
            </p:cNvPr>
            <p:cNvSpPr/>
            <p:nvPr/>
          </p:nvSpPr>
          <p:spPr>
            <a:xfrm>
              <a:off x="1027813" y="1014709"/>
              <a:ext cx="1160721" cy="1104413"/>
            </a:xfrm>
            <a:prstGeom prst="ellipse">
              <a:avLst/>
            </a:prstGeom>
            <a:solidFill>
              <a:srgbClr val="32C400">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pic>
          <p:nvPicPr>
            <p:cNvPr id="28" name="Obraz 27" descr="Obraz zawierający clipart, Grafika, biały, design&#10;&#10;Opis wygenerowany automatycznie">
              <a:extLst>
                <a:ext uri="{FF2B5EF4-FFF2-40B4-BE49-F238E27FC236}">
                  <a16:creationId xmlns:a16="http://schemas.microsoft.com/office/drawing/2014/main" id="{F00BE437-9C90-2CAC-0B72-F4869743F0B0}"/>
                </a:ext>
              </a:extLst>
            </p:cNvPr>
            <p:cNvPicPr>
              <a:picLocks noChangeAspect="1"/>
            </p:cNvPicPr>
            <p:nvPr/>
          </p:nvPicPr>
          <p:blipFill>
            <a:blip r:embed="rId2"/>
            <a:stretch>
              <a:fillRect/>
            </a:stretch>
          </p:blipFill>
          <p:spPr>
            <a:xfrm>
              <a:off x="1275323" y="1140307"/>
              <a:ext cx="665700" cy="665700"/>
            </a:xfrm>
            <a:prstGeom prst="rect">
              <a:avLst/>
            </a:prstGeom>
          </p:spPr>
        </p:pic>
      </p:grpSp>
      <p:grpSp>
        <p:nvGrpSpPr>
          <p:cNvPr id="72" name="Grupa 71">
            <a:extLst>
              <a:ext uri="{FF2B5EF4-FFF2-40B4-BE49-F238E27FC236}">
                <a16:creationId xmlns:a16="http://schemas.microsoft.com/office/drawing/2014/main" id="{8C4E359D-0491-E541-3CE1-6BD4ADBF7377}"/>
              </a:ext>
            </a:extLst>
          </p:cNvPr>
          <p:cNvGrpSpPr/>
          <p:nvPr/>
        </p:nvGrpSpPr>
        <p:grpSpPr>
          <a:xfrm>
            <a:off x="4038598" y="4820731"/>
            <a:ext cx="1160721" cy="1104413"/>
            <a:chOff x="4038598" y="4820731"/>
            <a:chExt cx="1160721" cy="1104413"/>
          </a:xfrm>
        </p:grpSpPr>
        <p:sp>
          <p:nvSpPr>
            <p:cNvPr id="23" name="Owal 22">
              <a:extLst>
                <a:ext uri="{FF2B5EF4-FFF2-40B4-BE49-F238E27FC236}">
                  <a16:creationId xmlns:a16="http://schemas.microsoft.com/office/drawing/2014/main" id="{71903AFF-C3BE-C836-A063-EE5001B3FB32}"/>
                </a:ext>
              </a:extLst>
            </p:cNvPr>
            <p:cNvSpPr/>
            <p:nvPr/>
          </p:nvSpPr>
          <p:spPr>
            <a:xfrm>
              <a:off x="4038598" y="4820731"/>
              <a:ext cx="1160721" cy="1104413"/>
            </a:xfrm>
            <a:prstGeom prst="ellipse">
              <a:avLst/>
            </a:prstGeom>
            <a:solidFill>
              <a:srgbClr val="FF0000">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pic>
          <p:nvPicPr>
            <p:cNvPr id="30" name="Obraz 29" descr="Obraz zawierający symbol, Czcionka, krąg, Grafika&#10;&#10;Opis wygenerowany automatycznie">
              <a:extLst>
                <a:ext uri="{FF2B5EF4-FFF2-40B4-BE49-F238E27FC236}">
                  <a16:creationId xmlns:a16="http://schemas.microsoft.com/office/drawing/2014/main" id="{C51CEFBC-4A49-D0C3-03D6-9C38BBC5CDC2}"/>
                </a:ext>
              </a:extLst>
            </p:cNvPr>
            <p:cNvPicPr>
              <a:picLocks noChangeAspect="1"/>
            </p:cNvPicPr>
            <p:nvPr/>
          </p:nvPicPr>
          <p:blipFill>
            <a:blip r:embed="rId3"/>
            <a:stretch>
              <a:fillRect/>
            </a:stretch>
          </p:blipFill>
          <p:spPr>
            <a:xfrm>
              <a:off x="4252271" y="4934623"/>
              <a:ext cx="733373" cy="733373"/>
            </a:xfrm>
            <a:prstGeom prst="rect">
              <a:avLst/>
            </a:prstGeom>
          </p:spPr>
        </p:pic>
      </p:grpSp>
      <p:grpSp>
        <p:nvGrpSpPr>
          <p:cNvPr id="71" name="Grupa 70">
            <a:extLst>
              <a:ext uri="{FF2B5EF4-FFF2-40B4-BE49-F238E27FC236}">
                <a16:creationId xmlns:a16="http://schemas.microsoft.com/office/drawing/2014/main" id="{7CB4AD72-1CE1-3432-1E72-D9082EB629B7}"/>
              </a:ext>
            </a:extLst>
          </p:cNvPr>
          <p:cNvGrpSpPr/>
          <p:nvPr/>
        </p:nvGrpSpPr>
        <p:grpSpPr>
          <a:xfrm>
            <a:off x="6963074" y="1009061"/>
            <a:ext cx="1160721" cy="1104413"/>
            <a:chOff x="6992679" y="1014709"/>
            <a:chExt cx="1160721" cy="1104413"/>
          </a:xfrm>
        </p:grpSpPr>
        <p:sp>
          <p:nvSpPr>
            <p:cNvPr id="21" name="Owal 20">
              <a:extLst>
                <a:ext uri="{FF2B5EF4-FFF2-40B4-BE49-F238E27FC236}">
                  <a16:creationId xmlns:a16="http://schemas.microsoft.com/office/drawing/2014/main" id="{13C96BC9-2287-4960-1652-77AD52556B50}"/>
                </a:ext>
              </a:extLst>
            </p:cNvPr>
            <p:cNvSpPr/>
            <p:nvPr/>
          </p:nvSpPr>
          <p:spPr>
            <a:xfrm>
              <a:off x="6992679" y="1014709"/>
              <a:ext cx="1160721" cy="1104413"/>
            </a:xfrm>
            <a:prstGeom prst="ellipse">
              <a:avLst/>
            </a:prstGeom>
            <a:solidFill>
              <a:srgbClr val="00B0F0">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pic>
          <p:nvPicPr>
            <p:cNvPr id="32" name="Obraz 31" descr="Obraz zawierający symbol, tekst, Czcionka, linia&#10;&#10;Opis wygenerowany automatycznie">
              <a:extLst>
                <a:ext uri="{FF2B5EF4-FFF2-40B4-BE49-F238E27FC236}">
                  <a16:creationId xmlns:a16="http://schemas.microsoft.com/office/drawing/2014/main" id="{A5170712-4E9C-E219-2B17-1223DE8F723C}"/>
                </a:ext>
              </a:extLst>
            </p:cNvPr>
            <p:cNvPicPr>
              <a:picLocks noChangeAspect="1"/>
            </p:cNvPicPr>
            <p:nvPr/>
          </p:nvPicPr>
          <p:blipFill>
            <a:blip r:embed="rId4"/>
            <a:stretch>
              <a:fillRect/>
            </a:stretch>
          </p:blipFill>
          <p:spPr>
            <a:xfrm>
              <a:off x="7269125" y="1224902"/>
              <a:ext cx="684029" cy="684029"/>
            </a:xfrm>
            <a:prstGeom prst="rect">
              <a:avLst/>
            </a:prstGeom>
          </p:spPr>
        </p:pic>
      </p:grpSp>
      <p:grpSp>
        <p:nvGrpSpPr>
          <p:cNvPr id="73" name="Grupa 72">
            <a:extLst>
              <a:ext uri="{FF2B5EF4-FFF2-40B4-BE49-F238E27FC236}">
                <a16:creationId xmlns:a16="http://schemas.microsoft.com/office/drawing/2014/main" id="{BA56C47F-6B4C-4A04-63BA-2F21394B018E}"/>
              </a:ext>
            </a:extLst>
          </p:cNvPr>
          <p:cNvGrpSpPr/>
          <p:nvPr/>
        </p:nvGrpSpPr>
        <p:grpSpPr>
          <a:xfrm>
            <a:off x="9887552" y="4767140"/>
            <a:ext cx="1160721" cy="1104413"/>
            <a:chOff x="9887552" y="4767140"/>
            <a:chExt cx="1160721" cy="1104413"/>
          </a:xfrm>
        </p:grpSpPr>
        <p:sp>
          <p:nvSpPr>
            <p:cNvPr id="22" name="Owal 21">
              <a:extLst>
                <a:ext uri="{FF2B5EF4-FFF2-40B4-BE49-F238E27FC236}">
                  <a16:creationId xmlns:a16="http://schemas.microsoft.com/office/drawing/2014/main" id="{40A7EAE9-FD9C-93A0-6277-1D85BB959E24}"/>
                </a:ext>
              </a:extLst>
            </p:cNvPr>
            <p:cNvSpPr/>
            <p:nvPr/>
          </p:nvSpPr>
          <p:spPr>
            <a:xfrm>
              <a:off x="9887552" y="4767140"/>
              <a:ext cx="1160721" cy="1104413"/>
            </a:xfrm>
            <a:prstGeom prst="ellipse">
              <a:avLst/>
            </a:prstGeom>
            <a:solidFill>
              <a:srgbClr val="7030A0">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pic>
          <p:nvPicPr>
            <p:cNvPr id="34" name="Obraz 33" descr="Obraz zawierający symbol, Czcionka, krąg, Grafika&#10;&#10;Opis wygenerowany automatycznie">
              <a:extLst>
                <a:ext uri="{FF2B5EF4-FFF2-40B4-BE49-F238E27FC236}">
                  <a16:creationId xmlns:a16="http://schemas.microsoft.com/office/drawing/2014/main" id="{872B5FEE-8EED-7B2D-95EC-27A73ED97795}"/>
                </a:ext>
              </a:extLst>
            </p:cNvPr>
            <p:cNvPicPr>
              <a:picLocks noChangeAspect="1"/>
            </p:cNvPicPr>
            <p:nvPr/>
          </p:nvPicPr>
          <p:blipFill>
            <a:blip r:embed="rId5"/>
            <a:stretch>
              <a:fillRect/>
            </a:stretch>
          </p:blipFill>
          <p:spPr>
            <a:xfrm>
              <a:off x="10076279" y="4950309"/>
              <a:ext cx="738077" cy="738077"/>
            </a:xfrm>
            <a:prstGeom prst="rect">
              <a:avLst/>
            </a:prstGeom>
          </p:spPr>
        </p:pic>
      </p:grpSp>
      <p:cxnSp>
        <p:nvCxnSpPr>
          <p:cNvPr id="36" name="Łącznik prosty 35">
            <a:extLst>
              <a:ext uri="{FF2B5EF4-FFF2-40B4-BE49-F238E27FC236}">
                <a16:creationId xmlns:a16="http://schemas.microsoft.com/office/drawing/2014/main" id="{2A24A663-6360-AF72-21E4-2F06D143DF8A}"/>
              </a:ext>
            </a:extLst>
          </p:cNvPr>
          <p:cNvCxnSpPr/>
          <p:nvPr/>
        </p:nvCxnSpPr>
        <p:spPr>
          <a:xfrm>
            <a:off x="-171893" y="3461863"/>
            <a:ext cx="12535786" cy="0"/>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8" name="Łącznik prosty 37">
            <a:extLst>
              <a:ext uri="{FF2B5EF4-FFF2-40B4-BE49-F238E27FC236}">
                <a16:creationId xmlns:a16="http://schemas.microsoft.com/office/drawing/2014/main" id="{E797D61A-CFA2-25F8-1BA4-EEA45704219D}"/>
              </a:ext>
            </a:extLst>
          </p:cNvPr>
          <p:cNvCxnSpPr>
            <a:cxnSpLocks/>
          </p:cNvCxnSpPr>
          <p:nvPr/>
        </p:nvCxnSpPr>
        <p:spPr>
          <a:xfrm flipH="1">
            <a:off x="1608173" y="2119122"/>
            <a:ext cx="1" cy="1342741"/>
          </a:xfrm>
          <a:prstGeom prst="line">
            <a:avLst/>
          </a:prstGeom>
          <a:ln w="22225">
            <a:solidFill>
              <a:srgbClr val="32C400"/>
            </a:solidFill>
          </a:ln>
        </p:spPr>
        <p:style>
          <a:lnRef idx="1">
            <a:schemeClr val="accent1"/>
          </a:lnRef>
          <a:fillRef idx="0">
            <a:schemeClr val="accent1"/>
          </a:fillRef>
          <a:effectRef idx="0">
            <a:schemeClr val="accent1"/>
          </a:effectRef>
          <a:fontRef idx="minor">
            <a:schemeClr val="tx1"/>
          </a:fontRef>
        </p:style>
      </p:cxnSp>
      <p:cxnSp>
        <p:nvCxnSpPr>
          <p:cNvPr id="39" name="Łącznik prosty 38">
            <a:extLst>
              <a:ext uri="{FF2B5EF4-FFF2-40B4-BE49-F238E27FC236}">
                <a16:creationId xmlns:a16="http://schemas.microsoft.com/office/drawing/2014/main" id="{F83836B3-72C9-FA8D-B753-56BBB98F0EDC}"/>
              </a:ext>
            </a:extLst>
          </p:cNvPr>
          <p:cNvCxnSpPr>
            <a:cxnSpLocks/>
          </p:cNvCxnSpPr>
          <p:nvPr/>
        </p:nvCxnSpPr>
        <p:spPr>
          <a:xfrm>
            <a:off x="7539166" y="2091052"/>
            <a:ext cx="0" cy="1370811"/>
          </a:xfrm>
          <a:prstGeom prst="line">
            <a:avLst/>
          </a:prstGeom>
          <a:ln w="222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Łącznik prosty 42">
            <a:extLst>
              <a:ext uri="{FF2B5EF4-FFF2-40B4-BE49-F238E27FC236}">
                <a16:creationId xmlns:a16="http://schemas.microsoft.com/office/drawing/2014/main" id="{B561B925-A676-4163-6864-71057A46A91F}"/>
              </a:ext>
            </a:extLst>
          </p:cNvPr>
          <p:cNvCxnSpPr>
            <a:cxnSpLocks/>
          </p:cNvCxnSpPr>
          <p:nvPr/>
        </p:nvCxnSpPr>
        <p:spPr>
          <a:xfrm flipH="1">
            <a:off x="4618959" y="3469927"/>
            <a:ext cx="1" cy="1342741"/>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Łącznik prosty 43">
            <a:extLst>
              <a:ext uri="{FF2B5EF4-FFF2-40B4-BE49-F238E27FC236}">
                <a16:creationId xmlns:a16="http://schemas.microsoft.com/office/drawing/2014/main" id="{8DA7388B-3603-89A7-AFE5-CBB44818F351}"/>
              </a:ext>
            </a:extLst>
          </p:cNvPr>
          <p:cNvCxnSpPr>
            <a:cxnSpLocks/>
          </p:cNvCxnSpPr>
          <p:nvPr/>
        </p:nvCxnSpPr>
        <p:spPr>
          <a:xfrm flipH="1">
            <a:off x="10467913" y="3429000"/>
            <a:ext cx="1" cy="1342741"/>
          </a:xfrm>
          <a:prstGeom prst="line">
            <a:avLst/>
          </a:prstGeom>
          <a:ln w="22225">
            <a:solidFill>
              <a:srgbClr val="AD2BCE"/>
            </a:solidFill>
          </a:ln>
        </p:spPr>
        <p:style>
          <a:lnRef idx="1">
            <a:schemeClr val="accent1"/>
          </a:lnRef>
          <a:fillRef idx="0">
            <a:schemeClr val="accent1"/>
          </a:fillRef>
          <a:effectRef idx="0">
            <a:schemeClr val="accent1"/>
          </a:effectRef>
          <a:fontRef idx="minor">
            <a:schemeClr val="tx1"/>
          </a:fontRef>
        </p:style>
      </p:cxnSp>
      <p:sp>
        <p:nvSpPr>
          <p:cNvPr id="46" name="Owal 45">
            <a:extLst>
              <a:ext uri="{FF2B5EF4-FFF2-40B4-BE49-F238E27FC236}">
                <a16:creationId xmlns:a16="http://schemas.microsoft.com/office/drawing/2014/main" id="{2685A189-30AB-1265-E4DE-89744F860619}"/>
              </a:ext>
            </a:extLst>
          </p:cNvPr>
          <p:cNvSpPr/>
          <p:nvPr/>
        </p:nvSpPr>
        <p:spPr>
          <a:xfrm>
            <a:off x="1502413" y="3351027"/>
            <a:ext cx="221673" cy="221673"/>
          </a:xfrm>
          <a:prstGeom prst="ellipse">
            <a:avLst/>
          </a:prstGeom>
          <a:solidFill>
            <a:srgbClr val="32C4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47" name="Owal 46">
            <a:extLst>
              <a:ext uri="{FF2B5EF4-FFF2-40B4-BE49-F238E27FC236}">
                <a16:creationId xmlns:a16="http://schemas.microsoft.com/office/drawing/2014/main" id="{ABF8AD64-EDAE-AC06-813B-8F34CBF6D1F7}"/>
              </a:ext>
            </a:extLst>
          </p:cNvPr>
          <p:cNvSpPr/>
          <p:nvPr/>
        </p:nvSpPr>
        <p:spPr>
          <a:xfrm>
            <a:off x="4508120" y="3360916"/>
            <a:ext cx="221673" cy="22167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48" name="Owal 47">
            <a:extLst>
              <a:ext uri="{FF2B5EF4-FFF2-40B4-BE49-F238E27FC236}">
                <a16:creationId xmlns:a16="http://schemas.microsoft.com/office/drawing/2014/main" id="{BCEF5E5F-778D-732A-4F48-FE68C5BEC81B}"/>
              </a:ext>
            </a:extLst>
          </p:cNvPr>
          <p:cNvSpPr/>
          <p:nvPr/>
        </p:nvSpPr>
        <p:spPr>
          <a:xfrm>
            <a:off x="7432600" y="3349254"/>
            <a:ext cx="221673" cy="22167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49" name="Owal 48">
            <a:extLst>
              <a:ext uri="{FF2B5EF4-FFF2-40B4-BE49-F238E27FC236}">
                <a16:creationId xmlns:a16="http://schemas.microsoft.com/office/drawing/2014/main" id="{DAAC894F-3137-A400-DF25-56907D3D9C1B}"/>
              </a:ext>
            </a:extLst>
          </p:cNvPr>
          <p:cNvSpPr/>
          <p:nvPr/>
        </p:nvSpPr>
        <p:spPr>
          <a:xfrm>
            <a:off x="10357075" y="3349253"/>
            <a:ext cx="221673" cy="221673"/>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50" name="Prostokąt 49">
            <a:extLst>
              <a:ext uri="{FF2B5EF4-FFF2-40B4-BE49-F238E27FC236}">
                <a16:creationId xmlns:a16="http://schemas.microsoft.com/office/drawing/2014/main" id="{C50AB2B0-A953-9BBC-B3E9-A97BE5B6B632}"/>
              </a:ext>
            </a:extLst>
          </p:cNvPr>
          <p:cNvSpPr/>
          <p:nvPr/>
        </p:nvSpPr>
        <p:spPr>
          <a:xfrm>
            <a:off x="41045" y="3914428"/>
            <a:ext cx="3374372" cy="277376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52" name="Prostokąt 51">
            <a:extLst>
              <a:ext uri="{FF2B5EF4-FFF2-40B4-BE49-F238E27FC236}">
                <a16:creationId xmlns:a16="http://schemas.microsoft.com/office/drawing/2014/main" id="{E38F3D4C-2DF0-0053-A4CA-EA8277D52883}"/>
              </a:ext>
            </a:extLst>
          </p:cNvPr>
          <p:cNvSpPr/>
          <p:nvPr/>
        </p:nvSpPr>
        <p:spPr>
          <a:xfrm>
            <a:off x="2931770" y="333502"/>
            <a:ext cx="3374372" cy="277376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53" name="Prostokąt 52">
            <a:extLst>
              <a:ext uri="{FF2B5EF4-FFF2-40B4-BE49-F238E27FC236}">
                <a16:creationId xmlns:a16="http://schemas.microsoft.com/office/drawing/2014/main" id="{84FD7FFD-DA73-CA28-B30E-B80702F0C8E1}"/>
              </a:ext>
            </a:extLst>
          </p:cNvPr>
          <p:cNvSpPr/>
          <p:nvPr/>
        </p:nvSpPr>
        <p:spPr>
          <a:xfrm>
            <a:off x="5856249" y="3886190"/>
            <a:ext cx="3374372" cy="277376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54" name="Prostokąt 53">
            <a:extLst>
              <a:ext uri="{FF2B5EF4-FFF2-40B4-BE49-F238E27FC236}">
                <a16:creationId xmlns:a16="http://schemas.microsoft.com/office/drawing/2014/main" id="{611A9588-2C9E-C33B-3F06-35C9670D6C7A}"/>
              </a:ext>
            </a:extLst>
          </p:cNvPr>
          <p:cNvSpPr/>
          <p:nvPr/>
        </p:nvSpPr>
        <p:spPr>
          <a:xfrm>
            <a:off x="8758131" y="323538"/>
            <a:ext cx="3374372" cy="277376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55" name="Trójkąt 54">
            <a:extLst>
              <a:ext uri="{FF2B5EF4-FFF2-40B4-BE49-F238E27FC236}">
                <a16:creationId xmlns:a16="http://schemas.microsoft.com/office/drawing/2014/main" id="{E7A693D8-34FB-9AB9-D791-67B7E9AF11B0}"/>
              </a:ext>
            </a:extLst>
          </p:cNvPr>
          <p:cNvSpPr/>
          <p:nvPr/>
        </p:nvSpPr>
        <p:spPr>
          <a:xfrm rot="10800000">
            <a:off x="4426594" y="2996813"/>
            <a:ext cx="384723" cy="293330"/>
          </a:xfrm>
          <a:prstGeom prst="triangle">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56" name="Trójkąt 55">
            <a:extLst>
              <a:ext uri="{FF2B5EF4-FFF2-40B4-BE49-F238E27FC236}">
                <a16:creationId xmlns:a16="http://schemas.microsoft.com/office/drawing/2014/main" id="{1104874B-31F2-C44B-C2C8-0FBE6BCC2705}"/>
              </a:ext>
            </a:extLst>
          </p:cNvPr>
          <p:cNvSpPr/>
          <p:nvPr/>
        </p:nvSpPr>
        <p:spPr>
          <a:xfrm rot="10800000">
            <a:off x="10275549" y="2996813"/>
            <a:ext cx="384723" cy="293330"/>
          </a:xfrm>
          <a:prstGeom prst="triangle">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57" name="Trójkąt 56">
            <a:extLst>
              <a:ext uri="{FF2B5EF4-FFF2-40B4-BE49-F238E27FC236}">
                <a16:creationId xmlns:a16="http://schemas.microsoft.com/office/drawing/2014/main" id="{57D60E7C-78BE-3BD7-D9DB-9EC2FCB6A59B}"/>
              </a:ext>
            </a:extLst>
          </p:cNvPr>
          <p:cNvSpPr/>
          <p:nvPr/>
        </p:nvSpPr>
        <p:spPr>
          <a:xfrm>
            <a:off x="7343783" y="3678001"/>
            <a:ext cx="384723" cy="293330"/>
          </a:xfrm>
          <a:prstGeom prst="triangle">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58" name="Trójkąt 57">
            <a:extLst>
              <a:ext uri="{FF2B5EF4-FFF2-40B4-BE49-F238E27FC236}">
                <a16:creationId xmlns:a16="http://schemas.microsoft.com/office/drawing/2014/main" id="{6F867A6E-A1E5-3460-DD81-1010285E55C3}"/>
              </a:ext>
            </a:extLst>
          </p:cNvPr>
          <p:cNvSpPr/>
          <p:nvPr/>
        </p:nvSpPr>
        <p:spPr>
          <a:xfrm>
            <a:off x="1415811" y="3701301"/>
            <a:ext cx="384723" cy="293330"/>
          </a:xfrm>
          <a:prstGeom prst="triangle">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atin typeface="gg sans"/>
            </a:endParaRPr>
          </a:p>
        </p:txBody>
      </p:sp>
      <p:sp>
        <p:nvSpPr>
          <p:cNvPr id="63" name="pole tekstowe 62">
            <a:extLst>
              <a:ext uri="{FF2B5EF4-FFF2-40B4-BE49-F238E27FC236}">
                <a16:creationId xmlns:a16="http://schemas.microsoft.com/office/drawing/2014/main" id="{5FFB4A88-06A6-9C90-77AD-AACEE7A3A66C}"/>
              </a:ext>
            </a:extLst>
          </p:cNvPr>
          <p:cNvSpPr txBox="1"/>
          <p:nvPr/>
        </p:nvSpPr>
        <p:spPr>
          <a:xfrm>
            <a:off x="127097" y="4270256"/>
            <a:ext cx="3082649" cy="2092881"/>
          </a:xfrm>
          <a:prstGeom prst="rect">
            <a:avLst/>
          </a:prstGeom>
          <a:noFill/>
        </p:spPr>
        <p:txBody>
          <a:bodyPr wrap="square" rtlCol="0">
            <a:spAutoFit/>
          </a:bodyPr>
          <a:lstStyle/>
          <a:p>
            <a:pPr algn="ctr"/>
            <a:r>
              <a:rPr lang="pl-PL" b="1" err="1">
                <a:solidFill>
                  <a:schemeClr val="tx2"/>
                </a:solidFill>
                <a:latin typeface="gg sans"/>
                <a:cs typeface="Times New Roman" panose="02020603050405020304" pitchFamily="18" charset="0"/>
              </a:rPr>
              <a:t>Selecting</a:t>
            </a:r>
            <a:r>
              <a:rPr lang="pl-PL" b="1">
                <a:solidFill>
                  <a:schemeClr val="tx2"/>
                </a:solidFill>
                <a:latin typeface="gg sans"/>
                <a:cs typeface="Times New Roman" panose="02020603050405020304" pitchFamily="18" charset="0"/>
              </a:rPr>
              <a:t> real </a:t>
            </a:r>
            <a:r>
              <a:rPr lang="pl-PL" b="1" err="1">
                <a:solidFill>
                  <a:schemeClr val="tx2"/>
                </a:solidFill>
                <a:latin typeface="gg sans"/>
                <a:cs typeface="Times New Roman" panose="02020603050405020304" pitchFamily="18" charset="0"/>
              </a:rPr>
              <a:t>users</a:t>
            </a:r>
            <a:endParaRPr lang="pl-PL" b="1">
              <a:solidFill>
                <a:schemeClr val="tx2"/>
              </a:solidFill>
              <a:latin typeface="gg sans"/>
              <a:cs typeface="Times New Roman" panose="02020603050405020304" pitchFamily="18" charset="0"/>
            </a:endParaRPr>
          </a:p>
          <a:p>
            <a:pPr algn="ctr"/>
            <a:endParaRPr lang="pl-PL" sz="1600">
              <a:latin typeface="gg sans"/>
              <a:cs typeface="Times New Roman" panose="02020603050405020304" pitchFamily="18" charset="0"/>
            </a:endParaRPr>
          </a:p>
          <a:p>
            <a:pPr algn="ctr"/>
            <a:r>
              <a:rPr lang="pl-PL" sz="1600" err="1">
                <a:solidFill>
                  <a:schemeClr val="tx2"/>
                </a:solidFill>
                <a:latin typeface="gg sans"/>
                <a:cs typeface="Times New Roman" panose="02020603050405020304" pitchFamily="18" charset="0"/>
              </a:rPr>
              <a:t>We’ll</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encourage</a:t>
            </a:r>
            <a:r>
              <a:rPr lang="pl-PL" sz="1600">
                <a:solidFill>
                  <a:schemeClr val="tx2"/>
                </a:solidFill>
                <a:latin typeface="gg sans"/>
                <a:cs typeface="Times New Roman" panose="02020603050405020304" pitchFamily="18" charset="0"/>
              </a:rPr>
              <a:t> with </a:t>
            </a:r>
            <a:r>
              <a:rPr lang="pl-PL" sz="1600" err="1">
                <a:solidFill>
                  <a:schemeClr val="tx2"/>
                </a:solidFill>
                <a:latin typeface="gg sans"/>
                <a:cs typeface="Times New Roman" panose="02020603050405020304" pitchFamily="18" charset="0"/>
              </a:rPr>
              <a:t>advertisements</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people</a:t>
            </a:r>
            <a:r>
              <a:rPr lang="pl-PL" sz="1600">
                <a:solidFill>
                  <a:schemeClr val="tx2"/>
                </a:solidFill>
                <a:latin typeface="gg sans"/>
                <a:cs typeface="Times New Roman" panose="02020603050405020304" pitchFamily="18" charset="0"/>
              </a:rPr>
              <a:t> of </a:t>
            </a:r>
            <a:r>
              <a:rPr lang="pl-PL" sz="1600" err="1">
                <a:solidFill>
                  <a:schemeClr val="tx2"/>
                </a:solidFill>
                <a:latin typeface="gg sans"/>
                <a:cs typeface="Times New Roman" panose="02020603050405020304" pitchFamily="18" charset="0"/>
              </a:rPr>
              <a:t>our</a:t>
            </a:r>
            <a:r>
              <a:rPr lang="pl-PL" sz="1600">
                <a:solidFill>
                  <a:schemeClr val="tx2"/>
                </a:solidFill>
                <a:latin typeface="gg sans"/>
                <a:cs typeface="Times New Roman" panose="02020603050405020304" pitchFamily="18" charset="0"/>
              </a:rPr>
              <a:t> target </a:t>
            </a:r>
            <a:r>
              <a:rPr lang="pl-PL" sz="1600" err="1">
                <a:solidFill>
                  <a:schemeClr val="tx2"/>
                </a:solidFill>
                <a:latin typeface="gg sans"/>
                <a:cs typeface="Times New Roman" panose="02020603050405020304" pitchFamily="18" charset="0"/>
              </a:rPr>
              <a:t>audience</a:t>
            </a:r>
            <a:r>
              <a:rPr lang="pl-PL" sz="1600">
                <a:solidFill>
                  <a:schemeClr val="tx2"/>
                </a:solidFill>
                <a:latin typeface="gg sans"/>
                <a:cs typeface="Times New Roman" panose="02020603050405020304" pitchFamily="18" charset="0"/>
              </a:rPr>
              <a:t> – </a:t>
            </a:r>
            <a:r>
              <a:rPr lang="pl-PL" sz="1600" err="1">
                <a:solidFill>
                  <a:schemeClr val="tx2"/>
                </a:solidFill>
                <a:latin typeface="gg sans"/>
                <a:cs typeface="Times New Roman" panose="02020603050405020304" pitchFamily="18" charset="0"/>
              </a:rPr>
              <a:t>gamers</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community</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seekers</a:t>
            </a:r>
            <a:r>
              <a:rPr lang="pl-PL" sz="1600">
                <a:solidFill>
                  <a:schemeClr val="tx2"/>
                </a:solidFill>
                <a:latin typeface="gg sans"/>
                <a:cs typeface="Times New Roman" panose="02020603050405020304" pitchFamily="18" charset="0"/>
              </a:rPr>
              <a:t>, chat </a:t>
            </a:r>
            <a:r>
              <a:rPr lang="pl-PL" sz="1600" err="1">
                <a:solidFill>
                  <a:schemeClr val="tx2"/>
                </a:solidFill>
                <a:latin typeface="gg sans"/>
                <a:cs typeface="Times New Roman" panose="02020603050405020304" pitchFamily="18" charset="0"/>
              </a:rPr>
              <a:t>enthusiasts</a:t>
            </a:r>
            <a:r>
              <a:rPr lang="pl-PL" sz="1600">
                <a:solidFill>
                  <a:schemeClr val="tx2"/>
                </a:solidFill>
                <a:latin typeface="gg sans"/>
                <a:cs typeface="Times New Roman" panose="02020603050405020304" pitchFamily="18" charset="0"/>
              </a:rPr>
              <a:t>. </a:t>
            </a:r>
            <a:r>
              <a:rPr lang="en-US" sz="1600">
                <a:solidFill>
                  <a:schemeClr val="tx2"/>
                </a:solidFill>
                <a:latin typeface="gg sans"/>
              </a:rPr>
              <a:t>We want to acquire 10,000 test users.</a:t>
            </a:r>
          </a:p>
        </p:txBody>
      </p:sp>
      <p:sp>
        <p:nvSpPr>
          <p:cNvPr id="64" name="pole tekstowe 63">
            <a:extLst>
              <a:ext uri="{FF2B5EF4-FFF2-40B4-BE49-F238E27FC236}">
                <a16:creationId xmlns:a16="http://schemas.microsoft.com/office/drawing/2014/main" id="{386F3CF0-3DF9-B8CB-2C9B-A41486369469}"/>
              </a:ext>
            </a:extLst>
          </p:cNvPr>
          <p:cNvSpPr txBox="1"/>
          <p:nvPr/>
        </p:nvSpPr>
        <p:spPr>
          <a:xfrm>
            <a:off x="2920568" y="482169"/>
            <a:ext cx="3374372" cy="2339102"/>
          </a:xfrm>
          <a:prstGeom prst="rect">
            <a:avLst/>
          </a:prstGeom>
          <a:noFill/>
        </p:spPr>
        <p:txBody>
          <a:bodyPr wrap="square" rtlCol="0">
            <a:spAutoFit/>
          </a:bodyPr>
          <a:lstStyle/>
          <a:p>
            <a:pPr algn="ctr"/>
            <a:r>
              <a:rPr lang="pl-PL" b="1" err="1">
                <a:solidFill>
                  <a:schemeClr val="tx2"/>
                </a:solidFill>
                <a:latin typeface="gg sans"/>
                <a:cs typeface="Times New Roman" panose="02020603050405020304" pitchFamily="18" charset="0"/>
              </a:rPr>
              <a:t>Testing</a:t>
            </a:r>
            <a:r>
              <a:rPr lang="pl-PL" b="1">
                <a:solidFill>
                  <a:schemeClr val="tx2"/>
                </a:solidFill>
                <a:latin typeface="gg sans"/>
                <a:cs typeface="Times New Roman" panose="02020603050405020304" pitchFamily="18" charset="0"/>
              </a:rPr>
              <a:t> real-life </a:t>
            </a:r>
            <a:r>
              <a:rPr lang="pl-PL" b="1" err="1">
                <a:solidFill>
                  <a:schemeClr val="tx2"/>
                </a:solidFill>
                <a:latin typeface="gg sans"/>
                <a:cs typeface="Times New Roman" panose="02020603050405020304" pitchFamily="18" charset="0"/>
              </a:rPr>
              <a:t>scenarios</a:t>
            </a:r>
            <a:br>
              <a:rPr lang="pl-PL" b="1">
                <a:solidFill>
                  <a:schemeClr val="tx2"/>
                </a:solidFill>
                <a:latin typeface="gg sans"/>
                <a:cs typeface="Times New Roman" panose="02020603050405020304" pitchFamily="18" charset="0"/>
              </a:rPr>
            </a:br>
            <a:endParaRPr lang="pl-PL" sz="1600">
              <a:solidFill>
                <a:schemeClr val="tx2"/>
              </a:solidFill>
              <a:latin typeface="gg sans"/>
              <a:cs typeface="Times New Roman" panose="02020603050405020304" pitchFamily="18" charset="0"/>
            </a:endParaRPr>
          </a:p>
          <a:p>
            <a:pPr algn="ctr"/>
            <a:r>
              <a:rPr lang="pl-PL" sz="1600" err="1">
                <a:solidFill>
                  <a:schemeClr val="tx2"/>
                </a:solidFill>
                <a:latin typeface="gg sans"/>
                <a:cs typeface="Times New Roman" panose="02020603050405020304" pitchFamily="18" charset="0"/>
              </a:rPr>
              <a:t>Users</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will</a:t>
            </a:r>
            <a:r>
              <a:rPr lang="pl-PL" sz="1600">
                <a:solidFill>
                  <a:schemeClr val="tx2"/>
                </a:solidFill>
                <a:latin typeface="gg sans"/>
                <a:cs typeface="Times New Roman" panose="02020603050405020304" pitchFamily="18" charset="0"/>
              </a:rPr>
              <a:t> go </a:t>
            </a:r>
            <a:r>
              <a:rPr lang="pl-PL" sz="1600" err="1">
                <a:solidFill>
                  <a:schemeClr val="tx2"/>
                </a:solidFill>
                <a:latin typeface="gg sans"/>
                <a:cs typeface="Times New Roman" panose="02020603050405020304" pitchFamily="18" charset="0"/>
              </a:rPr>
              <a:t>through</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typical</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workflows</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such</a:t>
            </a:r>
            <a:r>
              <a:rPr lang="pl-PL" sz="1600">
                <a:solidFill>
                  <a:schemeClr val="tx2"/>
                </a:solidFill>
                <a:latin typeface="gg sans"/>
                <a:cs typeface="Times New Roman" panose="02020603050405020304" pitchFamily="18" charset="0"/>
              </a:rPr>
              <a:t> as:</a:t>
            </a:r>
          </a:p>
          <a:p>
            <a:pPr algn="ctr"/>
            <a:r>
              <a:rPr lang="pl-PL" sz="1600" err="1">
                <a:solidFill>
                  <a:schemeClr val="tx2"/>
                </a:solidFill>
                <a:latin typeface="gg sans"/>
                <a:cs typeface="Times New Roman" panose="02020603050405020304" pitchFamily="18" charset="0"/>
              </a:rPr>
              <a:t>Logging</a:t>
            </a:r>
            <a:r>
              <a:rPr lang="pl-PL" sz="1600">
                <a:solidFill>
                  <a:schemeClr val="tx2"/>
                </a:solidFill>
                <a:latin typeface="gg sans"/>
                <a:cs typeface="Times New Roman" panose="02020603050405020304" pitchFamily="18" charset="0"/>
              </a:rPr>
              <a:t> in and </a:t>
            </a:r>
            <a:r>
              <a:rPr lang="pl-PL" sz="1600" err="1">
                <a:solidFill>
                  <a:schemeClr val="tx2"/>
                </a:solidFill>
                <a:latin typeface="gg sans"/>
                <a:cs typeface="Times New Roman" panose="02020603050405020304" pitchFamily="18" charset="0"/>
              </a:rPr>
              <a:t>generating</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profiles</a:t>
            </a:r>
            <a:r>
              <a:rPr lang="pl-PL" sz="1600">
                <a:solidFill>
                  <a:schemeClr val="tx2"/>
                </a:solidFill>
                <a:latin typeface="gg sans"/>
                <a:cs typeface="Times New Roman" panose="02020603050405020304" pitchFamily="18" charset="0"/>
              </a:rPr>
              <a:t>.</a:t>
            </a:r>
          </a:p>
          <a:p>
            <a:pPr algn="ctr"/>
            <a:r>
              <a:rPr lang="pl-PL" sz="1600" err="1">
                <a:solidFill>
                  <a:schemeClr val="tx2"/>
                </a:solidFill>
                <a:latin typeface="gg sans"/>
                <a:cs typeface="Times New Roman" panose="02020603050405020304" pitchFamily="18" charset="0"/>
              </a:rPr>
              <a:t>Searching</a:t>
            </a:r>
            <a:r>
              <a:rPr lang="pl-PL" sz="1600">
                <a:solidFill>
                  <a:schemeClr val="tx2"/>
                </a:solidFill>
                <a:latin typeface="gg sans"/>
                <a:cs typeface="Times New Roman" panose="02020603050405020304" pitchFamily="18" charset="0"/>
              </a:rPr>
              <a:t> for </a:t>
            </a:r>
            <a:r>
              <a:rPr lang="pl-PL" sz="1600" err="1">
                <a:solidFill>
                  <a:schemeClr val="tx2"/>
                </a:solidFill>
                <a:latin typeface="gg sans"/>
                <a:cs typeface="Times New Roman" panose="02020603050405020304" pitchFamily="18" charset="0"/>
              </a:rPr>
              <a:t>groups</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that</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match</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their</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interests</a:t>
            </a:r>
            <a:r>
              <a:rPr lang="pl-PL" sz="1600">
                <a:solidFill>
                  <a:schemeClr val="tx2"/>
                </a:solidFill>
                <a:latin typeface="gg sans"/>
                <a:cs typeface="Times New Roman" panose="02020603050405020304" pitchFamily="18" charset="0"/>
              </a:rPr>
              <a:t> and </a:t>
            </a:r>
            <a:r>
              <a:rPr lang="pl-PL" sz="1600" err="1">
                <a:solidFill>
                  <a:schemeClr val="tx2"/>
                </a:solidFill>
                <a:latin typeface="gg sans"/>
                <a:cs typeface="Times New Roman" panose="02020603050405020304" pitchFamily="18" charset="0"/>
              </a:rPr>
              <a:t>joining</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them</a:t>
            </a:r>
            <a:r>
              <a:rPr lang="pl-PL" sz="1600">
                <a:solidFill>
                  <a:schemeClr val="tx2"/>
                </a:solidFill>
                <a:latin typeface="gg sans"/>
                <a:cs typeface="Times New Roman" panose="02020603050405020304" pitchFamily="18" charset="0"/>
              </a:rPr>
              <a:t>.</a:t>
            </a:r>
          </a:p>
          <a:p>
            <a:pPr algn="ctr"/>
            <a:r>
              <a:rPr lang="pl-PL" sz="1600" err="1">
                <a:solidFill>
                  <a:schemeClr val="tx2"/>
                </a:solidFill>
                <a:latin typeface="gg sans"/>
                <a:cs typeface="Times New Roman" panose="02020603050405020304" pitchFamily="18" charset="0"/>
              </a:rPr>
              <a:t>Participating</a:t>
            </a:r>
            <a:r>
              <a:rPr lang="pl-PL" sz="1600">
                <a:solidFill>
                  <a:schemeClr val="tx2"/>
                </a:solidFill>
                <a:latin typeface="gg sans"/>
                <a:cs typeface="Times New Roman" panose="02020603050405020304" pitchFamily="18" charset="0"/>
              </a:rPr>
              <a:t> in chat </a:t>
            </a:r>
            <a:r>
              <a:rPr lang="pl-PL" sz="1600" err="1">
                <a:solidFill>
                  <a:schemeClr val="tx2"/>
                </a:solidFill>
                <a:latin typeface="gg sans"/>
                <a:cs typeface="Times New Roman" panose="02020603050405020304" pitchFamily="18" charset="0"/>
              </a:rPr>
              <a:t>conversations</a:t>
            </a:r>
            <a:r>
              <a:rPr lang="pl-PL" sz="1600">
                <a:solidFill>
                  <a:schemeClr val="tx2"/>
                </a:solidFill>
                <a:latin typeface="gg sans"/>
                <a:cs typeface="Times New Roman" panose="02020603050405020304" pitchFamily="18" charset="0"/>
              </a:rPr>
              <a:t> and </a:t>
            </a:r>
            <a:r>
              <a:rPr lang="en-US" sz="1600">
                <a:solidFill>
                  <a:schemeClr val="tx2"/>
                </a:solidFill>
                <a:latin typeface="gg sans"/>
              </a:rPr>
              <a:t>utilize the app's features.</a:t>
            </a:r>
            <a:r>
              <a:rPr lang="pl-PL" sz="1600">
                <a:solidFill>
                  <a:schemeClr val="tx2"/>
                </a:solidFill>
                <a:latin typeface="gg sans"/>
                <a:cs typeface="Times New Roman" panose="02020603050405020304" pitchFamily="18" charset="0"/>
              </a:rPr>
              <a:t>.</a:t>
            </a:r>
          </a:p>
        </p:txBody>
      </p:sp>
      <p:sp>
        <p:nvSpPr>
          <p:cNvPr id="65" name="pole tekstowe 64">
            <a:extLst>
              <a:ext uri="{FF2B5EF4-FFF2-40B4-BE49-F238E27FC236}">
                <a16:creationId xmlns:a16="http://schemas.microsoft.com/office/drawing/2014/main" id="{7E7EA858-5204-A4F0-3183-7DF3933F3EC2}"/>
              </a:ext>
            </a:extLst>
          </p:cNvPr>
          <p:cNvSpPr txBox="1"/>
          <p:nvPr/>
        </p:nvSpPr>
        <p:spPr>
          <a:xfrm>
            <a:off x="5978027" y="4031678"/>
            <a:ext cx="3125972" cy="2585323"/>
          </a:xfrm>
          <a:prstGeom prst="rect">
            <a:avLst/>
          </a:prstGeom>
          <a:noFill/>
        </p:spPr>
        <p:txBody>
          <a:bodyPr wrap="square" rtlCol="0">
            <a:spAutoFit/>
          </a:bodyPr>
          <a:lstStyle/>
          <a:p>
            <a:pPr algn="ctr"/>
            <a:r>
              <a:rPr lang="pl-PL" b="1" err="1">
                <a:solidFill>
                  <a:schemeClr val="tx2"/>
                </a:solidFill>
                <a:latin typeface="gg sans"/>
                <a:cs typeface="Times New Roman" panose="02020603050405020304" pitchFamily="18" charset="0"/>
              </a:rPr>
              <a:t>Gathering</a:t>
            </a:r>
            <a:r>
              <a:rPr lang="pl-PL" b="1">
                <a:solidFill>
                  <a:schemeClr val="tx2"/>
                </a:solidFill>
                <a:latin typeface="gg sans"/>
                <a:cs typeface="Times New Roman" panose="02020603050405020304" pitchFamily="18" charset="0"/>
              </a:rPr>
              <a:t> feedback</a:t>
            </a:r>
          </a:p>
          <a:p>
            <a:pPr algn="ctr"/>
            <a:endParaRPr lang="pl-PL" sz="1600" b="1">
              <a:solidFill>
                <a:schemeClr val="tx2"/>
              </a:solidFill>
              <a:latin typeface="gg sans"/>
              <a:cs typeface="Times New Roman" panose="02020603050405020304" pitchFamily="18" charset="0"/>
            </a:endParaRPr>
          </a:p>
          <a:p>
            <a:pPr algn="ctr"/>
            <a:r>
              <a:rPr lang="pl-PL" sz="1600" err="1">
                <a:solidFill>
                  <a:schemeClr val="tx2"/>
                </a:solidFill>
                <a:latin typeface="gg sans"/>
                <a:cs typeface="Times New Roman" panose="02020603050405020304" pitchFamily="18" charset="0"/>
              </a:rPr>
              <a:t>Testers</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will</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share</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their</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experiences</a:t>
            </a:r>
            <a:r>
              <a:rPr lang="pl-PL" sz="1600">
                <a:solidFill>
                  <a:schemeClr val="tx2"/>
                </a:solidFill>
                <a:latin typeface="gg sans"/>
                <a:cs typeface="Times New Roman" panose="02020603050405020304" pitchFamily="18" charset="0"/>
              </a:rPr>
              <a:t> on </a:t>
            </a:r>
            <a:r>
              <a:rPr lang="pl-PL" sz="1600" err="1">
                <a:solidFill>
                  <a:schemeClr val="tx2"/>
                </a:solidFill>
                <a:latin typeface="gg sans"/>
                <a:cs typeface="Times New Roman" panose="02020603050405020304" pitchFamily="18" charset="0"/>
              </a:rPr>
              <a:t>app</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store</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reviews</a:t>
            </a:r>
            <a:r>
              <a:rPr lang="pl-PL" sz="1600">
                <a:solidFill>
                  <a:schemeClr val="tx2"/>
                </a:solidFill>
                <a:latin typeface="gg sans"/>
                <a:cs typeface="Times New Roman" panose="02020603050405020304" pitchFamily="18" charset="0"/>
              </a:rPr>
              <a:t> and </a:t>
            </a:r>
            <a:r>
              <a:rPr lang="pl-PL" sz="1600" err="1">
                <a:solidFill>
                  <a:schemeClr val="tx2"/>
                </a:solidFill>
                <a:latin typeface="gg sans"/>
                <a:cs typeface="Times New Roman" panose="02020603050405020304" pitchFamily="18" charset="0"/>
              </a:rPr>
              <a:t>social</a:t>
            </a:r>
            <a:r>
              <a:rPr lang="pl-PL" sz="1600">
                <a:solidFill>
                  <a:schemeClr val="tx2"/>
                </a:solidFill>
                <a:latin typeface="gg sans"/>
                <a:cs typeface="Times New Roman" panose="02020603050405020304" pitchFamily="18" charset="0"/>
              </a:rPr>
              <a:t> media: </a:t>
            </a:r>
            <a:r>
              <a:rPr lang="pl-PL" sz="1600" err="1">
                <a:solidFill>
                  <a:schemeClr val="tx2"/>
                </a:solidFill>
                <a:latin typeface="gg sans"/>
                <a:cs typeface="Times New Roman" panose="02020603050405020304" pitchFamily="18" charset="0"/>
              </a:rPr>
              <a:t>What</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they</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loved</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what</a:t>
            </a:r>
            <a:r>
              <a:rPr lang="pl-PL" sz="1600">
                <a:solidFill>
                  <a:schemeClr val="tx2"/>
                </a:solidFill>
                <a:latin typeface="gg sans"/>
                <a:cs typeface="Times New Roman" panose="02020603050405020304" pitchFamily="18" charset="0"/>
              </a:rPr>
              <a:t> was a </a:t>
            </a:r>
            <a:r>
              <a:rPr lang="pl-PL" sz="1600" err="1">
                <a:solidFill>
                  <a:schemeClr val="tx2"/>
                </a:solidFill>
                <a:latin typeface="gg sans"/>
                <a:cs typeface="Times New Roman" panose="02020603050405020304" pitchFamily="18" charset="0"/>
              </a:rPr>
              <a:t>cumber</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or</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felt</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confusing</a:t>
            </a:r>
            <a:r>
              <a:rPr lang="pl-PL" sz="1600">
                <a:solidFill>
                  <a:schemeClr val="tx2"/>
                </a:solidFill>
                <a:latin typeface="gg sans"/>
                <a:cs typeface="Times New Roman" panose="02020603050405020304" pitchFamily="18" charset="0"/>
              </a:rPr>
              <a:t>, and </a:t>
            </a:r>
            <a:r>
              <a:rPr lang="pl-PL" sz="1600" err="1">
                <a:solidFill>
                  <a:schemeClr val="tx2"/>
                </a:solidFill>
                <a:latin typeface="gg sans"/>
                <a:cs typeface="Times New Roman" panose="02020603050405020304" pitchFamily="18" charset="0"/>
              </a:rPr>
              <a:t>what</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needs</a:t>
            </a:r>
            <a:r>
              <a:rPr lang="pl-PL" sz="1600">
                <a:solidFill>
                  <a:schemeClr val="tx2"/>
                </a:solidFill>
                <a:latin typeface="gg sans"/>
                <a:cs typeface="Times New Roman" panose="02020603050405020304" pitchFamily="18" charset="0"/>
              </a:rPr>
              <a:t> to be </a:t>
            </a:r>
            <a:r>
              <a:rPr lang="pl-PL" sz="1600" err="1">
                <a:solidFill>
                  <a:schemeClr val="tx2"/>
                </a:solidFill>
                <a:latin typeface="gg sans"/>
                <a:cs typeface="Times New Roman" panose="02020603050405020304" pitchFamily="18" charset="0"/>
              </a:rPr>
              <a:t>improved</a:t>
            </a:r>
            <a:r>
              <a:rPr lang="pl-PL" sz="1600">
                <a:solidFill>
                  <a:schemeClr val="tx2"/>
                </a:solidFill>
                <a:latin typeface="gg sans"/>
                <a:cs typeface="Times New Roman" panose="02020603050405020304" pitchFamily="18" charset="0"/>
              </a:rPr>
              <a:t>.</a:t>
            </a:r>
          </a:p>
          <a:p>
            <a:pPr algn="ctr"/>
            <a:r>
              <a:rPr lang="pl-PL" sz="1600" err="1">
                <a:solidFill>
                  <a:schemeClr val="tx2"/>
                </a:solidFill>
                <a:latin typeface="gg sans"/>
                <a:cs typeface="Times New Roman" panose="02020603050405020304" pitchFamily="18" charset="0"/>
              </a:rPr>
              <a:t>Their</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insights</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will</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help</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us</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adjust</a:t>
            </a:r>
            <a:r>
              <a:rPr lang="pl-PL" sz="1600">
                <a:solidFill>
                  <a:schemeClr val="tx2"/>
                </a:solidFill>
                <a:latin typeface="gg sans"/>
                <a:cs typeface="Times New Roman" panose="02020603050405020304" pitchFamily="18" charset="0"/>
              </a:rPr>
              <a:t> the </a:t>
            </a:r>
            <a:r>
              <a:rPr lang="pl-PL" sz="1600" err="1">
                <a:solidFill>
                  <a:schemeClr val="tx2"/>
                </a:solidFill>
                <a:latin typeface="gg sans"/>
                <a:cs typeface="Times New Roman" panose="02020603050405020304" pitchFamily="18" charset="0"/>
              </a:rPr>
              <a:t>app</a:t>
            </a:r>
            <a:r>
              <a:rPr lang="pl-PL" sz="1600">
                <a:solidFill>
                  <a:schemeClr val="tx2"/>
                </a:solidFill>
                <a:latin typeface="gg sans"/>
                <a:cs typeface="Times New Roman" panose="02020603050405020304" pitchFamily="18" charset="0"/>
              </a:rPr>
              <a:t> to </a:t>
            </a:r>
            <a:r>
              <a:rPr lang="pl-PL" sz="1600" err="1">
                <a:solidFill>
                  <a:schemeClr val="tx2"/>
                </a:solidFill>
                <a:latin typeface="gg sans"/>
                <a:cs typeface="Times New Roman" panose="02020603050405020304" pitchFamily="18" charset="0"/>
              </a:rPr>
              <a:t>better</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meet</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user</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expectations</a:t>
            </a:r>
            <a:r>
              <a:rPr lang="pl-PL" sz="1600">
                <a:solidFill>
                  <a:schemeClr val="tx2"/>
                </a:solidFill>
                <a:latin typeface="gg sans"/>
                <a:cs typeface="Times New Roman" panose="02020603050405020304" pitchFamily="18" charset="0"/>
              </a:rPr>
              <a:t>.</a:t>
            </a:r>
          </a:p>
        </p:txBody>
      </p:sp>
      <p:sp>
        <p:nvSpPr>
          <p:cNvPr id="66" name="pole tekstowe 65">
            <a:extLst>
              <a:ext uri="{FF2B5EF4-FFF2-40B4-BE49-F238E27FC236}">
                <a16:creationId xmlns:a16="http://schemas.microsoft.com/office/drawing/2014/main" id="{156BBAEB-FD84-A804-5510-286554E46829}"/>
              </a:ext>
            </a:extLst>
          </p:cNvPr>
          <p:cNvSpPr txBox="1"/>
          <p:nvPr/>
        </p:nvSpPr>
        <p:spPr>
          <a:xfrm>
            <a:off x="8883824" y="626834"/>
            <a:ext cx="3168172" cy="2092881"/>
          </a:xfrm>
          <a:prstGeom prst="rect">
            <a:avLst/>
          </a:prstGeom>
          <a:noFill/>
        </p:spPr>
        <p:txBody>
          <a:bodyPr wrap="square" rtlCol="0">
            <a:spAutoFit/>
          </a:bodyPr>
          <a:lstStyle/>
          <a:p>
            <a:pPr algn="ctr"/>
            <a:r>
              <a:rPr lang="pl-PL" b="1">
                <a:solidFill>
                  <a:schemeClr val="tx2"/>
                </a:solidFill>
                <a:latin typeface="gg sans"/>
                <a:cs typeface="Times New Roman" panose="02020603050405020304" pitchFamily="18" charset="0"/>
              </a:rPr>
              <a:t>Focus </a:t>
            </a:r>
            <a:r>
              <a:rPr lang="pl-PL" b="1" err="1">
                <a:solidFill>
                  <a:schemeClr val="tx2"/>
                </a:solidFill>
                <a:latin typeface="gg sans"/>
                <a:cs typeface="Times New Roman" panose="02020603050405020304" pitchFamily="18" charset="0"/>
              </a:rPr>
              <a:t>areas</a:t>
            </a:r>
            <a:endParaRPr lang="pl-PL" b="1">
              <a:solidFill>
                <a:schemeClr val="tx2"/>
              </a:solidFill>
              <a:latin typeface="gg sans"/>
              <a:cs typeface="Times New Roman" panose="02020603050405020304" pitchFamily="18" charset="0"/>
            </a:endParaRPr>
          </a:p>
          <a:p>
            <a:pPr algn="ctr"/>
            <a:endParaRPr lang="pl-PL" sz="1600" b="1">
              <a:solidFill>
                <a:schemeClr val="tx2"/>
              </a:solidFill>
              <a:latin typeface="gg sans"/>
              <a:cs typeface="Times New Roman" panose="02020603050405020304" pitchFamily="18" charset="0"/>
            </a:endParaRPr>
          </a:p>
          <a:p>
            <a:pPr algn="ctr"/>
            <a:r>
              <a:rPr lang="pl-PL" sz="1600" b="1" err="1">
                <a:solidFill>
                  <a:schemeClr val="tx2"/>
                </a:solidFill>
                <a:latin typeface="gg sans"/>
                <a:cs typeface="Times New Roman" panose="02020603050405020304" pitchFamily="18" charset="0"/>
              </a:rPr>
              <a:t>Ease</a:t>
            </a:r>
            <a:r>
              <a:rPr lang="pl-PL" sz="1600" b="1">
                <a:solidFill>
                  <a:schemeClr val="tx2"/>
                </a:solidFill>
                <a:latin typeface="gg sans"/>
                <a:cs typeface="Times New Roman" panose="02020603050405020304" pitchFamily="18" charset="0"/>
              </a:rPr>
              <a:t> of </a:t>
            </a:r>
            <a:r>
              <a:rPr lang="pl-PL" sz="1600" b="1" err="1">
                <a:solidFill>
                  <a:schemeClr val="tx2"/>
                </a:solidFill>
                <a:latin typeface="gg sans"/>
                <a:cs typeface="Times New Roman" panose="02020603050405020304" pitchFamily="18" charset="0"/>
              </a:rPr>
              <a:t>use</a:t>
            </a:r>
            <a:r>
              <a:rPr lang="pl-PL" sz="1600" b="1">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Is</a:t>
            </a:r>
            <a:r>
              <a:rPr lang="pl-PL" sz="1600">
                <a:solidFill>
                  <a:schemeClr val="tx2"/>
                </a:solidFill>
                <a:latin typeface="gg sans"/>
                <a:cs typeface="Times New Roman" panose="02020603050405020304" pitchFamily="18" charset="0"/>
              </a:rPr>
              <a:t> the </a:t>
            </a:r>
            <a:r>
              <a:rPr lang="pl-PL" sz="1600" err="1">
                <a:solidFill>
                  <a:schemeClr val="tx2"/>
                </a:solidFill>
                <a:latin typeface="gg sans"/>
                <a:cs typeface="Times New Roman" panose="02020603050405020304" pitchFamily="18" charset="0"/>
              </a:rPr>
              <a:t>app</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simple</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intuitive</a:t>
            </a:r>
            <a:r>
              <a:rPr lang="pl-PL" sz="1600">
                <a:solidFill>
                  <a:schemeClr val="tx2"/>
                </a:solidFill>
                <a:latin typeface="gg sans"/>
                <a:cs typeface="Times New Roman" panose="02020603050405020304" pitchFamily="18" charset="0"/>
              </a:rPr>
              <a:t> and </a:t>
            </a:r>
            <a:r>
              <a:rPr lang="pl-PL" sz="1600" err="1">
                <a:solidFill>
                  <a:schemeClr val="tx2"/>
                </a:solidFill>
                <a:latin typeface="gg sans"/>
                <a:cs typeface="Times New Roman" panose="02020603050405020304" pitchFamily="18" charset="0"/>
              </a:rPr>
              <a:t>safe</a:t>
            </a:r>
            <a:r>
              <a:rPr lang="pl-PL" sz="1600">
                <a:solidFill>
                  <a:schemeClr val="tx2"/>
                </a:solidFill>
                <a:latin typeface="gg sans"/>
                <a:cs typeface="Times New Roman" panose="02020603050405020304" pitchFamily="18" charset="0"/>
              </a:rPr>
              <a:t> for </a:t>
            </a:r>
            <a:r>
              <a:rPr lang="pl-PL" sz="1600" err="1">
                <a:solidFill>
                  <a:schemeClr val="tx2"/>
                </a:solidFill>
                <a:latin typeface="gg sans"/>
                <a:cs typeface="Times New Roman" panose="02020603050405020304" pitchFamily="18" charset="0"/>
              </a:rPr>
              <a:t>users</a:t>
            </a:r>
            <a:r>
              <a:rPr lang="pl-PL" sz="1600">
                <a:solidFill>
                  <a:schemeClr val="tx2"/>
                </a:solidFill>
                <a:latin typeface="gg sans"/>
                <a:cs typeface="Times New Roman" panose="02020603050405020304" pitchFamily="18" charset="0"/>
              </a:rPr>
              <a:t>?</a:t>
            </a:r>
          </a:p>
          <a:p>
            <a:pPr algn="ctr"/>
            <a:r>
              <a:rPr lang="pl-PL" sz="1600" b="1">
                <a:solidFill>
                  <a:schemeClr val="tx2"/>
                </a:solidFill>
                <a:latin typeface="gg sans"/>
                <a:cs typeface="Times New Roman" panose="02020603050405020304" pitchFamily="18" charset="0"/>
              </a:rPr>
              <a:t>Performance: </a:t>
            </a:r>
            <a:r>
              <a:rPr lang="pl-PL" sz="1600" err="1">
                <a:solidFill>
                  <a:schemeClr val="tx2"/>
                </a:solidFill>
                <a:latin typeface="gg sans"/>
                <a:cs typeface="Times New Roman" panose="02020603050405020304" pitchFamily="18" charset="0"/>
              </a:rPr>
              <a:t>Does</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it</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work</a:t>
            </a:r>
            <a:r>
              <a:rPr lang="pl-PL" sz="1600">
                <a:solidFill>
                  <a:schemeClr val="tx2"/>
                </a:solidFill>
                <a:latin typeface="gg sans"/>
                <a:cs typeface="Times New Roman" panose="02020603050405020304" pitchFamily="18" charset="0"/>
              </a:rPr>
              <a:t> fast, </a:t>
            </a:r>
            <a:r>
              <a:rPr lang="pl-PL" sz="1600" err="1">
                <a:solidFill>
                  <a:schemeClr val="tx2"/>
                </a:solidFill>
                <a:latin typeface="gg sans"/>
                <a:cs typeface="Times New Roman" panose="02020603050405020304" pitchFamily="18" charset="0"/>
              </a:rPr>
              <a:t>reliably</a:t>
            </a:r>
            <a:r>
              <a:rPr lang="pl-PL" sz="1600">
                <a:solidFill>
                  <a:schemeClr val="tx2"/>
                </a:solidFill>
                <a:latin typeface="gg sans"/>
                <a:cs typeface="Times New Roman" panose="02020603050405020304" pitchFamily="18" charset="0"/>
              </a:rPr>
              <a:t> and as </a:t>
            </a:r>
            <a:r>
              <a:rPr lang="pl-PL" sz="1600" err="1">
                <a:solidFill>
                  <a:schemeClr val="tx2"/>
                </a:solidFill>
                <a:latin typeface="gg sans"/>
                <a:cs typeface="Times New Roman" panose="02020603050405020304" pitchFamily="18" charset="0"/>
              </a:rPr>
              <a:t>intended</a:t>
            </a:r>
            <a:r>
              <a:rPr lang="pl-PL" sz="1600">
                <a:solidFill>
                  <a:schemeClr val="tx2"/>
                </a:solidFill>
                <a:latin typeface="gg sans"/>
                <a:cs typeface="Times New Roman" panose="02020603050405020304" pitchFamily="18" charset="0"/>
              </a:rPr>
              <a:t>?</a:t>
            </a:r>
          </a:p>
          <a:p>
            <a:pPr algn="ctr"/>
            <a:r>
              <a:rPr lang="pl-PL" sz="1600" b="1">
                <a:solidFill>
                  <a:schemeClr val="tx2"/>
                </a:solidFill>
                <a:latin typeface="gg sans"/>
                <a:cs typeface="Times New Roman" panose="02020603050405020304" pitchFamily="18" charset="0"/>
              </a:rPr>
              <a:t>Engagement: </a:t>
            </a:r>
            <a:r>
              <a:rPr lang="pl-PL" sz="1600" err="1">
                <a:solidFill>
                  <a:schemeClr val="tx2"/>
                </a:solidFill>
                <a:latin typeface="gg sans"/>
                <a:cs typeface="Times New Roman" panose="02020603050405020304" pitchFamily="18" charset="0"/>
              </a:rPr>
              <a:t>Does</a:t>
            </a:r>
            <a:r>
              <a:rPr lang="pl-PL" sz="1600">
                <a:solidFill>
                  <a:schemeClr val="tx2"/>
                </a:solidFill>
                <a:latin typeface="gg sans"/>
                <a:cs typeface="Times New Roman" panose="02020603050405020304" pitchFamily="18" charset="0"/>
              </a:rPr>
              <a:t> the </a:t>
            </a:r>
            <a:r>
              <a:rPr lang="pl-PL" sz="1600" err="1">
                <a:solidFill>
                  <a:schemeClr val="tx2"/>
                </a:solidFill>
                <a:latin typeface="gg sans"/>
                <a:cs typeface="Times New Roman" panose="02020603050405020304" pitchFamily="18" charset="0"/>
              </a:rPr>
              <a:t>app</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create</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fun</a:t>
            </a:r>
            <a:r>
              <a:rPr lang="pl-PL" sz="1600">
                <a:solidFill>
                  <a:schemeClr val="tx2"/>
                </a:solidFill>
                <a:latin typeface="gg sans"/>
                <a:cs typeface="Times New Roman" panose="02020603050405020304" pitchFamily="18" charset="0"/>
              </a:rPr>
              <a:t> and </a:t>
            </a:r>
            <a:r>
              <a:rPr lang="pl-PL" sz="1600" err="1">
                <a:solidFill>
                  <a:schemeClr val="tx2"/>
                </a:solidFill>
                <a:latin typeface="gg sans"/>
                <a:cs typeface="Times New Roman" panose="02020603050405020304" pitchFamily="18" charset="0"/>
              </a:rPr>
              <a:t>welcoming</a:t>
            </a:r>
            <a:r>
              <a:rPr lang="pl-PL" sz="1600">
                <a:solidFill>
                  <a:schemeClr val="tx2"/>
                </a:solidFill>
                <a:latin typeface="gg sans"/>
                <a:cs typeface="Times New Roman" panose="02020603050405020304" pitchFamily="18" charset="0"/>
              </a:rPr>
              <a:t> </a:t>
            </a:r>
            <a:r>
              <a:rPr lang="pl-PL" sz="1600" err="1">
                <a:solidFill>
                  <a:schemeClr val="tx2"/>
                </a:solidFill>
                <a:latin typeface="gg sans"/>
                <a:cs typeface="Times New Roman" panose="02020603050405020304" pitchFamily="18" charset="0"/>
              </a:rPr>
              <a:t>experience</a:t>
            </a:r>
            <a:r>
              <a:rPr lang="pl-PL" sz="1600">
                <a:solidFill>
                  <a:schemeClr val="tx2"/>
                </a:solidFill>
                <a:latin typeface="gg sans"/>
                <a:cs typeface="Times New Roman" panose="02020603050405020304" pitchFamily="18" charset="0"/>
              </a:rPr>
              <a:t>?</a:t>
            </a:r>
          </a:p>
        </p:txBody>
      </p:sp>
    </p:spTree>
    <p:extLst>
      <p:ext uri="{BB962C8B-B14F-4D97-AF65-F5344CB8AC3E}">
        <p14:creationId xmlns:p14="http://schemas.microsoft.com/office/powerpoint/2010/main" val="4181943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Free Team Cooperation photo and picture">
            <a:extLst>
              <a:ext uri="{FF2B5EF4-FFF2-40B4-BE49-F238E27FC236}">
                <a16:creationId xmlns:a16="http://schemas.microsoft.com/office/drawing/2014/main" id="{ECB46684-7B58-7806-E773-490F90DA33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249" r="16770"/>
          <a:stretch/>
        </p:blipFill>
        <p:spPr bwMode="auto">
          <a:xfrm>
            <a:off x="0" y="0"/>
            <a:ext cx="649705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ytuł 1">
            <a:extLst>
              <a:ext uri="{FF2B5EF4-FFF2-40B4-BE49-F238E27FC236}">
                <a16:creationId xmlns:a16="http://schemas.microsoft.com/office/drawing/2014/main" id="{75031FE9-9059-4FE8-B4AC-9771F23A1B89}"/>
              </a:ext>
            </a:extLst>
          </p:cNvPr>
          <p:cNvSpPr>
            <a:spLocks noGrp="1"/>
          </p:cNvSpPr>
          <p:nvPr>
            <p:ph type="title"/>
          </p:nvPr>
        </p:nvSpPr>
        <p:spPr>
          <a:xfrm>
            <a:off x="6858000" y="365125"/>
            <a:ext cx="4602318" cy="1325563"/>
          </a:xfrm>
        </p:spPr>
        <p:txBody>
          <a:bodyPr rtlCol="0"/>
          <a:lstStyle/>
          <a:p>
            <a:pPr algn="ctr" rtl="0"/>
            <a:r>
              <a:rPr lang="pl-PL" b="1" noProof="0">
                <a:solidFill>
                  <a:schemeClr val="tx2"/>
                </a:solidFill>
              </a:rPr>
              <a:t> </a:t>
            </a:r>
            <a:r>
              <a:rPr lang="pl-PL" b="1">
                <a:solidFill>
                  <a:schemeClr val="tx2"/>
                </a:solidFill>
              </a:rPr>
              <a:t>Delivery </a:t>
            </a:r>
            <a:r>
              <a:rPr lang="pl-PL" b="1" err="1">
                <a:solidFill>
                  <a:schemeClr val="tx2"/>
                </a:solidFill>
              </a:rPr>
              <a:t>Process</a:t>
            </a:r>
            <a:r>
              <a:rPr lang="pl-PL" b="1">
                <a:solidFill>
                  <a:schemeClr val="tx2"/>
                </a:solidFill>
              </a:rPr>
              <a:t> and Organization</a:t>
            </a:r>
            <a:endParaRPr lang="en-AU" b="1" noProof="0">
              <a:solidFill>
                <a:schemeClr val="tx2"/>
              </a:solidFill>
            </a:endParaRPr>
          </a:p>
        </p:txBody>
      </p:sp>
      <p:sp>
        <p:nvSpPr>
          <p:cNvPr id="7" name="Tekst — symbol zastępczy 6">
            <a:extLst>
              <a:ext uri="{FF2B5EF4-FFF2-40B4-BE49-F238E27FC236}">
                <a16:creationId xmlns:a16="http://schemas.microsoft.com/office/drawing/2014/main" id="{BB1D29FD-175B-4836-A202-052373FB432C}"/>
              </a:ext>
            </a:extLst>
          </p:cNvPr>
          <p:cNvSpPr>
            <a:spLocks noGrp="1"/>
          </p:cNvSpPr>
          <p:nvPr>
            <p:ph type="body" sz="quarter" idx="15"/>
          </p:nvPr>
        </p:nvSpPr>
        <p:spPr>
          <a:xfrm>
            <a:off x="6858000" y="1929468"/>
            <a:ext cx="4602318" cy="4426882"/>
          </a:xfrm>
        </p:spPr>
        <p:txBody>
          <a:bodyPr rtlCol="0"/>
          <a:lstStyle/>
          <a:p>
            <a:r>
              <a:rPr lang="en-US" sz="2000">
                <a:solidFill>
                  <a:schemeClr val="tx2"/>
                </a:solidFill>
                <a:latin typeface="gg sans"/>
              </a:rPr>
              <a:t>Our project will use the Kanban methodology, focusing on visualizing work, limiting tasks in progress (WIP), and continuously improving processes. This approach allows the team to adapt quickly to changes and efficiently manage tasks.</a:t>
            </a:r>
            <a:r>
              <a:rPr lang="pl-PL" sz="2000">
                <a:solidFill>
                  <a:schemeClr val="tx2"/>
                </a:solidFill>
                <a:latin typeface="gg sans"/>
              </a:rPr>
              <a:t> </a:t>
            </a:r>
            <a:r>
              <a:rPr lang="en-US" sz="2000">
                <a:solidFill>
                  <a:schemeClr val="tx2"/>
                </a:solidFill>
                <a:latin typeface="gg sans"/>
              </a:rPr>
              <a:t>Kanban provides the flexibility our small team needs, supporting smooth collaboration and effective project goal alignment. We have planned weekly meetings to review progress and make necessary adjustments. Tasks will be handled individually, following WIP limits.</a:t>
            </a:r>
          </a:p>
        </p:txBody>
      </p:sp>
      <p:sp>
        <p:nvSpPr>
          <p:cNvPr id="34" name="Data — symbol zastępczy 33">
            <a:extLst>
              <a:ext uri="{FF2B5EF4-FFF2-40B4-BE49-F238E27FC236}">
                <a16:creationId xmlns:a16="http://schemas.microsoft.com/office/drawing/2014/main" id="{819C09A1-D392-4696-8592-3B25D659C0D2}"/>
              </a:ext>
            </a:extLst>
          </p:cNvPr>
          <p:cNvSpPr>
            <a:spLocks noGrp="1"/>
          </p:cNvSpPr>
          <p:nvPr>
            <p:ph type="dt" sz="half" idx="10"/>
          </p:nvPr>
        </p:nvSpPr>
        <p:spPr>
          <a:xfrm>
            <a:off x="838200" y="6356350"/>
            <a:ext cx="2743200" cy="365125"/>
          </a:xfrm>
        </p:spPr>
        <p:txBody>
          <a:bodyPr rtlCol="0"/>
          <a:lstStyle/>
          <a:p>
            <a:pPr rtl="0"/>
            <a:r>
              <a:rPr lang="en-AU" noProof="0">
                <a:solidFill>
                  <a:schemeClr val="bg1">
                    <a:lumMod val="75000"/>
                  </a:schemeClr>
                </a:solidFill>
              </a:rPr>
              <a:t>20</a:t>
            </a:r>
            <a:r>
              <a:rPr lang="pl-PL" noProof="0">
                <a:solidFill>
                  <a:schemeClr val="bg1">
                    <a:lumMod val="75000"/>
                  </a:schemeClr>
                </a:solidFill>
              </a:rPr>
              <a:t>24</a:t>
            </a:r>
            <a:endParaRPr lang="en-AU" noProof="0">
              <a:solidFill>
                <a:schemeClr val="bg1">
                  <a:lumMod val="75000"/>
                </a:schemeClr>
              </a:solidFill>
            </a:endParaRPr>
          </a:p>
        </p:txBody>
      </p:sp>
      <p:sp>
        <p:nvSpPr>
          <p:cNvPr id="35" name="Stopka — symbol zastępczy 34">
            <a:extLst>
              <a:ext uri="{FF2B5EF4-FFF2-40B4-BE49-F238E27FC236}">
                <a16:creationId xmlns:a16="http://schemas.microsoft.com/office/drawing/2014/main" id="{2E431F58-579E-4114-AE23-07948460CFBD}"/>
              </a:ext>
            </a:extLst>
          </p:cNvPr>
          <p:cNvSpPr>
            <a:spLocks noGrp="1"/>
          </p:cNvSpPr>
          <p:nvPr>
            <p:ph type="ftr" sz="quarter" idx="11"/>
          </p:nvPr>
        </p:nvSpPr>
        <p:spPr>
          <a:xfrm>
            <a:off x="6858000" y="6356350"/>
            <a:ext cx="3448050" cy="365125"/>
          </a:xfrm>
        </p:spPr>
        <p:txBody>
          <a:bodyPr rtlCol="0"/>
          <a:lstStyle/>
          <a:p>
            <a:pPr rtl="0">
              <a:spcAft>
                <a:spcPts val="600"/>
              </a:spcAft>
            </a:pPr>
            <a:r>
              <a:rPr lang="en-AU" noProof="0">
                <a:solidFill>
                  <a:schemeClr val="tx2"/>
                </a:solidFill>
              </a:rPr>
              <a:t>WebM8s</a:t>
            </a:r>
          </a:p>
        </p:txBody>
      </p:sp>
      <p:sp>
        <p:nvSpPr>
          <p:cNvPr id="36" name="Numer slajdu — symbol zastępczy 35">
            <a:extLst>
              <a:ext uri="{FF2B5EF4-FFF2-40B4-BE49-F238E27FC236}">
                <a16:creationId xmlns:a16="http://schemas.microsoft.com/office/drawing/2014/main" id="{AC12BBEE-57EB-45AB-B1F9-947F7072A694}"/>
              </a:ext>
            </a:extLst>
          </p:cNvPr>
          <p:cNvSpPr>
            <a:spLocks noGrp="1"/>
          </p:cNvSpPr>
          <p:nvPr>
            <p:ph type="sldNum" sz="quarter" idx="12"/>
          </p:nvPr>
        </p:nvSpPr>
        <p:spPr>
          <a:xfrm>
            <a:off x="10423398" y="6356350"/>
            <a:ext cx="914400" cy="365125"/>
          </a:xfrm>
        </p:spPr>
        <p:txBody>
          <a:bodyPr rtlCol="0"/>
          <a:lstStyle/>
          <a:p>
            <a:pPr rtl="0"/>
            <a:fld id="{B5CEABB6-07DC-46E8-9B57-56EC44A396E5}" type="slidenum">
              <a:rPr lang="en-AU" noProof="0" smtClean="0">
                <a:solidFill>
                  <a:schemeClr val="tx2"/>
                </a:solidFill>
              </a:rPr>
              <a:pPr rtl="0"/>
              <a:t>14</a:t>
            </a:fld>
            <a:endParaRPr lang="en-AU" noProof="0">
              <a:solidFill>
                <a:schemeClr val="tx2"/>
              </a:solidFill>
            </a:endParaRPr>
          </a:p>
        </p:txBody>
      </p:sp>
    </p:spTree>
    <p:extLst>
      <p:ext uri="{BB962C8B-B14F-4D97-AF65-F5344CB8AC3E}">
        <p14:creationId xmlns:p14="http://schemas.microsoft.com/office/powerpoint/2010/main" val="2104782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stokąt 6">
            <a:extLst>
              <a:ext uri="{FF2B5EF4-FFF2-40B4-BE49-F238E27FC236}">
                <a16:creationId xmlns:a16="http://schemas.microsoft.com/office/drawing/2014/main" id="{566584A9-477F-7EFC-9E70-4679D0D335A9}"/>
              </a:ext>
            </a:extLst>
          </p:cNvPr>
          <p:cNvSpPr/>
          <p:nvPr/>
        </p:nvSpPr>
        <p:spPr>
          <a:xfrm>
            <a:off x="-118191" y="1700251"/>
            <a:ext cx="12426215" cy="1709621"/>
          </a:xfrm>
          <a:prstGeom prst="rect">
            <a:avLst/>
          </a:prstGeom>
          <a:solidFill>
            <a:srgbClr val="C6C4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tx2"/>
              </a:solidFill>
            </a:endParaRPr>
          </a:p>
        </p:txBody>
      </p:sp>
      <p:sp>
        <p:nvSpPr>
          <p:cNvPr id="8" name="Owal 7">
            <a:extLst>
              <a:ext uri="{FF2B5EF4-FFF2-40B4-BE49-F238E27FC236}">
                <a16:creationId xmlns:a16="http://schemas.microsoft.com/office/drawing/2014/main" id="{8BB7616E-A1DD-7C39-8089-2EBA05B501C6}"/>
              </a:ext>
            </a:extLst>
          </p:cNvPr>
          <p:cNvSpPr/>
          <p:nvPr/>
        </p:nvSpPr>
        <p:spPr>
          <a:xfrm>
            <a:off x="8195047" y="2080367"/>
            <a:ext cx="2098800" cy="210040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tx2"/>
              </a:solidFill>
            </a:endParaRPr>
          </a:p>
        </p:txBody>
      </p:sp>
      <p:sp>
        <p:nvSpPr>
          <p:cNvPr id="2" name="Tytuł 1">
            <a:extLst>
              <a:ext uri="{FF2B5EF4-FFF2-40B4-BE49-F238E27FC236}">
                <a16:creationId xmlns:a16="http://schemas.microsoft.com/office/drawing/2014/main" id="{1A69AB68-AAD3-4F45-941A-BD76631A9FC7}"/>
              </a:ext>
            </a:extLst>
          </p:cNvPr>
          <p:cNvSpPr>
            <a:spLocks noGrp="1"/>
          </p:cNvSpPr>
          <p:nvPr>
            <p:ph type="title"/>
          </p:nvPr>
        </p:nvSpPr>
        <p:spPr>
          <a:xfrm>
            <a:off x="838200" y="365125"/>
            <a:ext cx="10515600" cy="992037"/>
          </a:xfrm>
        </p:spPr>
        <p:txBody>
          <a:bodyPr rtlCol="0">
            <a:normAutofit/>
          </a:bodyPr>
          <a:lstStyle/>
          <a:p>
            <a:pPr rtl="0"/>
            <a:r>
              <a:rPr lang="pl-PL" b="1" noProof="0">
                <a:solidFill>
                  <a:schemeClr val="tx2"/>
                </a:solidFill>
              </a:rPr>
              <a:t>Organization </a:t>
            </a:r>
            <a:r>
              <a:rPr lang="pl-PL" b="1" noProof="0" err="1">
                <a:solidFill>
                  <a:schemeClr val="tx2"/>
                </a:solidFill>
              </a:rPr>
              <a:t>tools</a:t>
            </a:r>
            <a:endParaRPr lang="en-AU" b="1" noProof="0">
              <a:solidFill>
                <a:schemeClr val="tx2"/>
              </a:solidFill>
            </a:endParaRPr>
          </a:p>
        </p:txBody>
      </p:sp>
      <p:sp>
        <p:nvSpPr>
          <p:cNvPr id="3" name="Tekst — symbol zastępczy 2">
            <a:extLst>
              <a:ext uri="{FF2B5EF4-FFF2-40B4-BE49-F238E27FC236}">
                <a16:creationId xmlns:a16="http://schemas.microsoft.com/office/drawing/2014/main" id="{EAA5988A-CD1B-4E4A-9861-EE187D0B6E69}"/>
              </a:ext>
            </a:extLst>
          </p:cNvPr>
          <p:cNvSpPr>
            <a:spLocks noGrp="1"/>
          </p:cNvSpPr>
          <p:nvPr>
            <p:ph type="body" sz="quarter" idx="33"/>
          </p:nvPr>
        </p:nvSpPr>
        <p:spPr>
          <a:xfrm>
            <a:off x="1758042" y="4302938"/>
            <a:ext cx="2286000" cy="360000"/>
          </a:xfrm>
        </p:spPr>
        <p:txBody>
          <a:bodyPr rtlCol="0"/>
          <a:lstStyle/>
          <a:p>
            <a:pPr rtl="0"/>
            <a:r>
              <a:rPr lang="pl-PL" b="1" noProof="0" err="1">
                <a:solidFill>
                  <a:schemeClr val="tx2"/>
                </a:solidFill>
              </a:rPr>
              <a:t>Canva</a:t>
            </a:r>
            <a:r>
              <a:rPr lang="pl-PL" b="1" noProof="0">
                <a:solidFill>
                  <a:schemeClr val="tx2"/>
                </a:solidFill>
              </a:rPr>
              <a:t> Board</a:t>
            </a:r>
            <a:endParaRPr lang="en-AU" b="1" noProof="0">
              <a:solidFill>
                <a:schemeClr val="tx2"/>
              </a:solidFill>
            </a:endParaRPr>
          </a:p>
        </p:txBody>
      </p:sp>
      <p:sp>
        <p:nvSpPr>
          <p:cNvPr id="30" name="Tekst — symbol zastępczy 29">
            <a:extLst>
              <a:ext uri="{FF2B5EF4-FFF2-40B4-BE49-F238E27FC236}">
                <a16:creationId xmlns:a16="http://schemas.microsoft.com/office/drawing/2014/main" id="{A36F47C5-F678-46A9-B786-B6A885C6DFC7}"/>
              </a:ext>
            </a:extLst>
          </p:cNvPr>
          <p:cNvSpPr>
            <a:spLocks noGrp="1"/>
          </p:cNvSpPr>
          <p:nvPr>
            <p:ph type="body" sz="quarter" idx="34"/>
          </p:nvPr>
        </p:nvSpPr>
        <p:spPr>
          <a:xfrm>
            <a:off x="1691631" y="4817081"/>
            <a:ext cx="2419322" cy="1005840"/>
          </a:xfrm>
        </p:spPr>
        <p:txBody>
          <a:bodyPr rtlCol="0">
            <a:noAutofit/>
          </a:bodyPr>
          <a:lstStyle/>
          <a:p>
            <a:pPr rtl="0"/>
            <a:r>
              <a:rPr lang="pl-PL" sz="1600">
                <a:solidFill>
                  <a:schemeClr val="tx2"/>
                </a:solidFill>
                <a:latin typeface="gg sans"/>
              </a:rPr>
              <a:t>We </a:t>
            </a:r>
            <a:r>
              <a:rPr lang="pl-PL" sz="1600" err="1">
                <a:solidFill>
                  <a:schemeClr val="tx2"/>
                </a:solidFill>
                <a:latin typeface="gg sans"/>
              </a:rPr>
              <a:t>are</a:t>
            </a:r>
            <a:r>
              <a:rPr lang="pl-PL" sz="1600">
                <a:solidFill>
                  <a:schemeClr val="tx2"/>
                </a:solidFill>
                <a:latin typeface="gg sans"/>
              </a:rPr>
              <a:t> </a:t>
            </a:r>
            <a:r>
              <a:rPr lang="pl-PL" sz="1600" err="1">
                <a:solidFill>
                  <a:schemeClr val="tx2"/>
                </a:solidFill>
                <a:latin typeface="gg sans"/>
              </a:rPr>
              <a:t>going</a:t>
            </a:r>
            <a:r>
              <a:rPr lang="pl-PL" sz="1600">
                <a:solidFill>
                  <a:schemeClr val="tx2"/>
                </a:solidFill>
                <a:latin typeface="gg sans"/>
              </a:rPr>
              <a:t> to </a:t>
            </a:r>
            <a:r>
              <a:rPr lang="pl-PL" sz="1600" err="1">
                <a:solidFill>
                  <a:schemeClr val="tx2"/>
                </a:solidFill>
                <a:latin typeface="gg sans"/>
              </a:rPr>
              <a:t>use</a:t>
            </a:r>
            <a:r>
              <a:rPr lang="pl-PL" sz="1600">
                <a:solidFill>
                  <a:schemeClr val="tx2"/>
                </a:solidFill>
                <a:latin typeface="gg sans"/>
              </a:rPr>
              <a:t> the </a:t>
            </a:r>
            <a:r>
              <a:rPr lang="pl-PL" sz="1600" err="1">
                <a:solidFill>
                  <a:schemeClr val="tx2"/>
                </a:solidFill>
                <a:latin typeface="gg sans"/>
              </a:rPr>
              <a:t>canva</a:t>
            </a:r>
            <a:r>
              <a:rPr lang="pl-PL" sz="1600">
                <a:solidFill>
                  <a:schemeClr val="tx2"/>
                </a:solidFill>
                <a:latin typeface="gg sans"/>
              </a:rPr>
              <a:t> </a:t>
            </a:r>
            <a:r>
              <a:rPr lang="pl-PL" sz="1600" err="1">
                <a:solidFill>
                  <a:schemeClr val="tx2"/>
                </a:solidFill>
                <a:latin typeface="gg sans"/>
              </a:rPr>
              <a:t>board</a:t>
            </a:r>
            <a:r>
              <a:rPr lang="pl-PL" sz="1600">
                <a:solidFill>
                  <a:schemeClr val="tx2"/>
                </a:solidFill>
                <a:latin typeface="gg sans"/>
              </a:rPr>
              <a:t> to </a:t>
            </a:r>
            <a:r>
              <a:rPr lang="pl-PL" sz="1600" err="1">
                <a:solidFill>
                  <a:schemeClr val="tx2"/>
                </a:solidFill>
                <a:latin typeface="gg sans"/>
              </a:rPr>
              <a:t>spread</a:t>
            </a:r>
            <a:r>
              <a:rPr lang="pl-PL" sz="1600">
                <a:solidFill>
                  <a:schemeClr val="tx2"/>
                </a:solidFill>
                <a:latin typeface="gg sans"/>
              </a:rPr>
              <a:t> </a:t>
            </a:r>
            <a:r>
              <a:rPr lang="pl-PL" sz="1600" err="1">
                <a:solidFill>
                  <a:schemeClr val="tx2"/>
                </a:solidFill>
                <a:latin typeface="gg sans"/>
              </a:rPr>
              <a:t>task</a:t>
            </a:r>
            <a:r>
              <a:rPr lang="pl-PL" sz="1600">
                <a:solidFill>
                  <a:schemeClr val="tx2"/>
                </a:solidFill>
                <a:latin typeface="gg sans"/>
              </a:rPr>
              <a:t> and </a:t>
            </a:r>
            <a:r>
              <a:rPr lang="pl-PL" sz="1600" err="1">
                <a:solidFill>
                  <a:schemeClr val="tx2"/>
                </a:solidFill>
                <a:latin typeface="gg sans"/>
              </a:rPr>
              <a:t>visualise</a:t>
            </a:r>
            <a:r>
              <a:rPr lang="pl-PL" sz="1600">
                <a:solidFill>
                  <a:schemeClr val="tx2"/>
                </a:solidFill>
                <a:latin typeface="gg sans"/>
              </a:rPr>
              <a:t> </a:t>
            </a:r>
            <a:r>
              <a:rPr lang="pl-PL" sz="1600" err="1">
                <a:solidFill>
                  <a:schemeClr val="tx2"/>
                </a:solidFill>
                <a:latin typeface="gg sans"/>
              </a:rPr>
              <a:t>our</a:t>
            </a:r>
            <a:r>
              <a:rPr lang="pl-PL" sz="1600">
                <a:solidFill>
                  <a:schemeClr val="tx2"/>
                </a:solidFill>
                <a:latin typeface="gg sans"/>
              </a:rPr>
              <a:t> </a:t>
            </a:r>
            <a:r>
              <a:rPr lang="pl-PL" sz="1600" err="1">
                <a:solidFill>
                  <a:schemeClr val="tx2"/>
                </a:solidFill>
                <a:latin typeface="gg sans"/>
              </a:rPr>
              <a:t>work</a:t>
            </a:r>
            <a:endParaRPr lang="en-AU" sz="1600" noProof="0">
              <a:solidFill>
                <a:schemeClr val="tx2"/>
              </a:solidFill>
              <a:latin typeface="gg sans"/>
            </a:endParaRPr>
          </a:p>
        </p:txBody>
      </p:sp>
      <p:sp>
        <p:nvSpPr>
          <p:cNvPr id="33" name="Tekst — symbol zastępczy 32">
            <a:extLst>
              <a:ext uri="{FF2B5EF4-FFF2-40B4-BE49-F238E27FC236}">
                <a16:creationId xmlns:a16="http://schemas.microsoft.com/office/drawing/2014/main" id="{550B1CB9-4A50-4420-AB99-79FC43148662}"/>
              </a:ext>
            </a:extLst>
          </p:cNvPr>
          <p:cNvSpPr>
            <a:spLocks noGrp="1"/>
          </p:cNvSpPr>
          <p:nvPr>
            <p:ph type="body" sz="quarter" idx="37"/>
          </p:nvPr>
        </p:nvSpPr>
        <p:spPr>
          <a:xfrm>
            <a:off x="8116168" y="4302938"/>
            <a:ext cx="2286000" cy="360000"/>
          </a:xfrm>
        </p:spPr>
        <p:txBody>
          <a:bodyPr rtlCol="0"/>
          <a:lstStyle/>
          <a:p>
            <a:pPr rtl="0"/>
            <a:r>
              <a:rPr lang="pl-PL" b="1" noProof="0" err="1">
                <a:solidFill>
                  <a:schemeClr val="tx2"/>
                </a:solidFill>
              </a:rPr>
              <a:t>Github</a:t>
            </a:r>
            <a:r>
              <a:rPr lang="pl-PL" b="1">
                <a:solidFill>
                  <a:schemeClr val="tx2"/>
                </a:solidFill>
              </a:rPr>
              <a:t> </a:t>
            </a:r>
            <a:r>
              <a:rPr lang="pl-PL" b="1" err="1">
                <a:solidFill>
                  <a:schemeClr val="tx2"/>
                </a:solidFill>
              </a:rPr>
              <a:t>Repository</a:t>
            </a:r>
            <a:endParaRPr lang="en-AU" b="1" noProof="0">
              <a:solidFill>
                <a:schemeClr val="tx2"/>
              </a:solidFill>
            </a:endParaRPr>
          </a:p>
        </p:txBody>
      </p:sp>
      <p:sp>
        <p:nvSpPr>
          <p:cNvPr id="34" name="Tekst — symbol zastępczy 33">
            <a:extLst>
              <a:ext uri="{FF2B5EF4-FFF2-40B4-BE49-F238E27FC236}">
                <a16:creationId xmlns:a16="http://schemas.microsoft.com/office/drawing/2014/main" id="{5B55CC8A-7C02-4FA0-B265-E6C47B9EB532}"/>
              </a:ext>
            </a:extLst>
          </p:cNvPr>
          <p:cNvSpPr>
            <a:spLocks noGrp="1"/>
          </p:cNvSpPr>
          <p:nvPr>
            <p:ph type="body" sz="quarter" idx="38"/>
          </p:nvPr>
        </p:nvSpPr>
        <p:spPr>
          <a:xfrm>
            <a:off x="8116168" y="4807897"/>
            <a:ext cx="2286000" cy="1005840"/>
          </a:xfrm>
        </p:spPr>
        <p:txBody>
          <a:bodyPr rtlCol="0">
            <a:normAutofit/>
          </a:bodyPr>
          <a:lstStyle/>
          <a:p>
            <a:pPr rtl="0"/>
            <a:r>
              <a:rPr lang="pl-PL" sz="1600" noProof="0">
                <a:solidFill>
                  <a:schemeClr val="tx2"/>
                </a:solidFill>
                <a:latin typeface="gg sans"/>
              </a:rPr>
              <a:t>We </a:t>
            </a:r>
            <a:r>
              <a:rPr lang="pl-PL" sz="1600" noProof="0" err="1">
                <a:solidFill>
                  <a:schemeClr val="tx2"/>
                </a:solidFill>
                <a:latin typeface="gg sans"/>
              </a:rPr>
              <a:t>will</a:t>
            </a:r>
            <a:r>
              <a:rPr lang="pl-PL" sz="1600" noProof="0">
                <a:solidFill>
                  <a:schemeClr val="tx2"/>
                </a:solidFill>
                <a:latin typeface="gg sans"/>
              </a:rPr>
              <a:t> </a:t>
            </a:r>
            <a:r>
              <a:rPr lang="pl-PL" sz="1600" noProof="0" err="1">
                <a:solidFill>
                  <a:schemeClr val="tx2"/>
                </a:solidFill>
                <a:latin typeface="gg sans"/>
              </a:rPr>
              <a:t>use</a:t>
            </a:r>
            <a:r>
              <a:rPr lang="pl-PL" sz="1600" noProof="0">
                <a:solidFill>
                  <a:schemeClr val="tx2"/>
                </a:solidFill>
                <a:latin typeface="gg sans"/>
              </a:rPr>
              <a:t> the </a:t>
            </a:r>
            <a:r>
              <a:rPr lang="pl-PL" sz="1600" noProof="0" err="1">
                <a:solidFill>
                  <a:schemeClr val="tx2"/>
                </a:solidFill>
                <a:latin typeface="gg sans"/>
              </a:rPr>
              <a:t>Github</a:t>
            </a:r>
            <a:r>
              <a:rPr lang="pl-PL" sz="1600" noProof="0">
                <a:solidFill>
                  <a:schemeClr val="tx2"/>
                </a:solidFill>
                <a:latin typeface="gg sans"/>
              </a:rPr>
              <a:t> </a:t>
            </a:r>
            <a:r>
              <a:rPr lang="pl-PL" sz="1600" noProof="0" err="1">
                <a:solidFill>
                  <a:schemeClr val="tx2"/>
                </a:solidFill>
                <a:latin typeface="gg sans"/>
              </a:rPr>
              <a:t>repository</a:t>
            </a:r>
            <a:r>
              <a:rPr lang="pl-PL" sz="1600" noProof="0">
                <a:solidFill>
                  <a:schemeClr val="tx2"/>
                </a:solidFill>
                <a:latin typeface="gg sans"/>
              </a:rPr>
              <a:t> to </a:t>
            </a:r>
            <a:r>
              <a:rPr lang="pl-PL" sz="1600" noProof="0" err="1">
                <a:solidFill>
                  <a:schemeClr val="tx2"/>
                </a:solidFill>
                <a:latin typeface="gg sans"/>
              </a:rPr>
              <a:t>keep</a:t>
            </a:r>
            <a:r>
              <a:rPr lang="pl-PL" sz="1600" noProof="0">
                <a:solidFill>
                  <a:schemeClr val="tx2"/>
                </a:solidFill>
                <a:latin typeface="gg sans"/>
              </a:rPr>
              <a:t> </a:t>
            </a:r>
            <a:r>
              <a:rPr lang="pl-PL" sz="1600" noProof="0" err="1">
                <a:solidFill>
                  <a:schemeClr val="tx2"/>
                </a:solidFill>
                <a:latin typeface="gg sans"/>
              </a:rPr>
              <a:t>our</a:t>
            </a:r>
            <a:r>
              <a:rPr lang="pl-PL" sz="1600" noProof="0">
                <a:solidFill>
                  <a:schemeClr val="tx2"/>
                </a:solidFill>
                <a:latin typeface="gg sans"/>
              </a:rPr>
              <a:t> </a:t>
            </a:r>
            <a:r>
              <a:rPr lang="pl-PL" sz="1600" noProof="0" err="1">
                <a:solidFill>
                  <a:schemeClr val="tx2"/>
                </a:solidFill>
                <a:latin typeface="gg sans"/>
              </a:rPr>
              <a:t>project</a:t>
            </a:r>
            <a:r>
              <a:rPr lang="pl-PL" sz="1600" noProof="0">
                <a:solidFill>
                  <a:schemeClr val="tx2"/>
                </a:solidFill>
                <a:latin typeface="gg sans"/>
              </a:rPr>
              <a:t> </a:t>
            </a:r>
            <a:r>
              <a:rPr lang="pl-PL" sz="1600" noProof="0" err="1">
                <a:solidFill>
                  <a:schemeClr val="tx2"/>
                </a:solidFill>
                <a:latin typeface="gg sans"/>
              </a:rPr>
              <a:t>code</a:t>
            </a:r>
            <a:endParaRPr lang="en-AU" sz="1600" noProof="0">
              <a:solidFill>
                <a:schemeClr val="tx2"/>
              </a:solidFill>
              <a:latin typeface="gg sans"/>
            </a:endParaRPr>
          </a:p>
        </p:txBody>
      </p:sp>
      <p:sp>
        <p:nvSpPr>
          <p:cNvPr id="122" name="Data — symbol zastępczy 121">
            <a:extLst>
              <a:ext uri="{FF2B5EF4-FFF2-40B4-BE49-F238E27FC236}">
                <a16:creationId xmlns:a16="http://schemas.microsoft.com/office/drawing/2014/main" id="{145491AF-B0E3-45E3-B13B-B845A699B65D}"/>
              </a:ext>
            </a:extLst>
          </p:cNvPr>
          <p:cNvSpPr>
            <a:spLocks noGrp="1"/>
          </p:cNvSpPr>
          <p:nvPr>
            <p:ph type="dt" sz="half" idx="45"/>
          </p:nvPr>
        </p:nvSpPr>
        <p:spPr>
          <a:xfrm>
            <a:off x="838200" y="6356350"/>
            <a:ext cx="2743200" cy="365125"/>
          </a:xfrm>
        </p:spPr>
        <p:txBody>
          <a:bodyPr rtlCol="0"/>
          <a:lstStyle/>
          <a:p>
            <a:pPr rtl="0"/>
            <a:r>
              <a:rPr lang="en-AU" noProof="0">
                <a:solidFill>
                  <a:schemeClr val="tx2"/>
                </a:solidFill>
              </a:rPr>
              <a:t>20</a:t>
            </a:r>
            <a:r>
              <a:rPr lang="pl-PL" noProof="0">
                <a:solidFill>
                  <a:schemeClr val="tx2"/>
                </a:solidFill>
              </a:rPr>
              <a:t>24</a:t>
            </a:r>
            <a:endParaRPr lang="en-AU" noProof="0">
              <a:solidFill>
                <a:schemeClr val="tx2"/>
              </a:solidFill>
            </a:endParaRPr>
          </a:p>
        </p:txBody>
      </p:sp>
      <p:sp>
        <p:nvSpPr>
          <p:cNvPr id="85" name="Stopka — symbol zastępczy 84">
            <a:extLst>
              <a:ext uri="{FF2B5EF4-FFF2-40B4-BE49-F238E27FC236}">
                <a16:creationId xmlns:a16="http://schemas.microsoft.com/office/drawing/2014/main" id="{6DE2BCA7-4090-47C3-9FBB-639DF1D9AA64}"/>
              </a:ext>
            </a:extLst>
          </p:cNvPr>
          <p:cNvSpPr>
            <a:spLocks noGrp="1"/>
          </p:cNvSpPr>
          <p:nvPr>
            <p:ph type="ftr" sz="quarter" idx="10"/>
          </p:nvPr>
        </p:nvSpPr>
        <p:spPr>
          <a:xfrm>
            <a:off x="4038600" y="6356350"/>
            <a:ext cx="4114800" cy="365125"/>
          </a:xfrm>
        </p:spPr>
        <p:txBody>
          <a:bodyPr rtlCol="0"/>
          <a:lstStyle/>
          <a:p>
            <a:pPr rtl="0"/>
            <a:r>
              <a:rPr lang="pl-PL" noProof="0">
                <a:solidFill>
                  <a:schemeClr val="tx2"/>
                </a:solidFill>
              </a:rPr>
              <a:t>WebM8s</a:t>
            </a:r>
            <a:endParaRPr lang="en-AU" noProof="0">
              <a:solidFill>
                <a:schemeClr val="tx2"/>
              </a:solidFill>
            </a:endParaRPr>
          </a:p>
        </p:txBody>
      </p:sp>
      <p:sp>
        <p:nvSpPr>
          <p:cNvPr id="86" name="Numer slajdu — symbol zastępczy 85">
            <a:extLst>
              <a:ext uri="{FF2B5EF4-FFF2-40B4-BE49-F238E27FC236}">
                <a16:creationId xmlns:a16="http://schemas.microsoft.com/office/drawing/2014/main" id="{38FA7F94-C624-41F7-9020-8AA1485E2AC6}"/>
              </a:ext>
            </a:extLst>
          </p:cNvPr>
          <p:cNvSpPr>
            <a:spLocks noGrp="1"/>
          </p:cNvSpPr>
          <p:nvPr>
            <p:ph type="sldNum" sz="quarter" idx="11"/>
          </p:nvPr>
        </p:nvSpPr>
        <p:spPr>
          <a:xfrm>
            <a:off x="8610600" y="6356350"/>
            <a:ext cx="2743200" cy="365125"/>
          </a:xfrm>
        </p:spPr>
        <p:txBody>
          <a:bodyPr rtlCol="0"/>
          <a:lstStyle/>
          <a:p>
            <a:pPr rtl="0"/>
            <a:fld id="{19B51A1E-902D-48AF-9020-955120F399B6}" type="slidenum">
              <a:rPr lang="en-AU" noProof="0" smtClean="0">
                <a:solidFill>
                  <a:schemeClr val="tx2"/>
                </a:solidFill>
              </a:rPr>
              <a:pPr rtl="0"/>
              <a:t>15</a:t>
            </a:fld>
            <a:endParaRPr lang="en-AU" noProof="0">
              <a:solidFill>
                <a:schemeClr val="tx2"/>
              </a:solidFill>
            </a:endParaRPr>
          </a:p>
        </p:txBody>
      </p:sp>
      <p:pic>
        <p:nvPicPr>
          <p:cNvPr id="1026" name="Picture 2" descr="Canva Logo - PNG Logo Vector Brand Downloads (SVG, EPS)">
            <a:extLst>
              <a:ext uri="{FF2B5EF4-FFF2-40B4-BE49-F238E27FC236}">
                <a16:creationId xmlns:a16="http://schemas.microsoft.com/office/drawing/2014/main" id="{F7411C88-009A-C183-B9BA-F155C48FE2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8042" y="1993910"/>
            <a:ext cx="2280558" cy="22805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itHub Logos and Usage · GitHub">
            <a:extLst>
              <a:ext uri="{FF2B5EF4-FFF2-40B4-BE49-F238E27FC236}">
                <a16:creationId xmlns:a16="http://schemas.microsoft.com/office/drawing/2014/main" id="{22C9EA4E-AD39-C431-335B-0B6C973EFB2F}"/>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10975" t="12346" r="11242" b="12357"/>
          <a:stretch/>
        </p:blipFill>
        <p:spPr bwMode="auto">
          <a:xfrm>
            <a:off x="8151234" y="2057578"/>
            <a:ext cx="2172180" cy="210276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Can Discord be of any help in branding?">
            <a:extLst>
              <a:ext uri="{FF2B5EF4-FFF2-40B4-BE49-F238E27FC236}">
                <a16:creationId xmlns:a16="http://schemas.microsoft.com/office/drawing/2014/main" id="{78508320-8FEA-6063-0E81-0E0C220A534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548" r="22152" b="1689"/>
          <a:stretch/>
        </p:blipFill>
        <p:spPr bwMode="auto">
          <a:xfrm>
            <a:off x="5021927" y="2057578"/>
            <a:ext cx="2145980" cy="2145981"/>
          </a:xfrm>
          <a:prstGeom prst="rect">
            <a:avLst/>
          </a:prstGeom>
          <a:noFill/>
          <a:extLst>
            <a:ext uri="{909E8E84-426E-40DD-AFC4-6F175D3DCCD1}">
              <a14:hiddenFill xmlns:a14="http://schemas.microsoft.com/office/drawing/2010/main">
                <a:solidFill>
                  <a:srgbClr val="FFFFFF"/>
                </a:solidFill>
              </a14:hiddenFill>
            </a:ext>
          </a:extLst>
        </p:spPr>
      </p:pic>
      <p:sp>
        <p:nvSpPr>
          <p:cNvPr id="5" name="Tekst — symbol zastępczy 32">
            <a:extLst>
              <a:ext uri="{FF2B5EF4-FFF2-40B4-BE49-F238E27FC236}">
                <a16:creationId xmlns:a16="http://schemas.microsoft.com/office/drawing/2014/main" id="{BDF2548E-264C-FADA-4E5E-8D5B33E9925C}"/>
              </a:ext>
            </a:extLst>
          </p:cNvPr>
          <p:cNvSpPr txBox="1">
            <a:spLocks/>
          </p:cNvSpPr>
          <p:nvPr/>
        </p:nvSpPr>
        <p:spPr>
          <a:xfrm>
            <a:off x="4937105" y="4302938"/>
            <a:ext cx="2286000" cy="3600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accent4"/>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l-PL" b="1" err="1">
                <a:solidFill>
                  <a:schemeClr val="tx2"/>
                </a:solidFill>
              </a:rPr>
              <a:t>Discord</a:t>
            </a:r>
            <a:endParaRPr lang="en-AU" b="1">
              <a:solidFill>
                <a:schemeClr val="tx2"/>
              </a:solidFill>
            </a:endParaRPr>
          </a:p>
        </p:txBody>
      </p:sp>
      <p:sp>
        <p:nvSpPr>
          <p:cNvPr id="6" name="Tekst — symbol zastępczy 33">
            <a:extLst>
              <a:ext uri="{FF2B5EF4-FFF2-40B4-BE49-F238E27FC236}">
                <a16:creationId xmlns:a16="http://schemas.microsoft.com/office/drawing/2014/main" id="{38ECF28D-B556-5AED-8175-34E28CDB7AB0}"/>
              </a:ext>
            </a:extLst>
          </p:cNvPr>
          <p:cNvSpPr txBox="1">
            <a:spLocks/>
          </p:cNvSpPr>
          <p:nvPr/>
        </p:nvSpPr>
        <p:spPr>
          <a:xfrm>
            <a:off x="4937105" y="4807897"/>
            <a:ext cx="2286000" cy="1005840"/>
          </a:xfrm>
          <a:prstGeom prst="rect">
            <a:avLst/>
          </a:prstGeom>
        </p:spPr>
        <p:txBody>
          <a:bodyPr vert="horz" lIns="91440" tIns="45720" rIns="91440" bIns="45720" rtlCol="0">
            <a:normAutofit/>
          </a:bodyPr>
          <a:lstStyle>
            <a:lvl1pPr marL="0" indent="0" algn="ctr" defTabSz="914400" rtl="0" eaLnBrk="1" latinLnBrk="0" hangingPunct="1">
              <a:lnSpc>
                <a:spcPts val="2000"/>
              </a:lnSpc>
              <a:spcBef>
                <a:spcPts val="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0" i="0">
                <a:solidFill>
                  <a:schemeClr val="tx2"/>
                </a:solidFill>
                <a:effectLst/>
                <a:latin typeface="gg sans"/>
              </a:rPr>
              <a:t>Discord </a:t>
            </a:r>
            <a:r>
              <a:rPr lang="pl-PL" sz="1600" b="0" i="0" err="1">
                <a:solidFill>
                  <a:schemeClr val="tx2"/>
                </a:solidFill>
                <a:effectLst/>
                <a:latin typeface="gg sans"/>
              </a:rPr>
              <a:t>shall</a:t>
            </a:r>
            <a:r>
              <a:rPr lang="pl-PL" sz="1600" b="0" i="0">
                <a:solidFill>
                  <a:schemeClr val="tx2"/>
                </a:solidFill>
                <a:effectLst/>
                <a:latin typeface="gg sans"/>
              </a:rPr>
              <a:t> </a:t>
            </a:r>
            <a:r>
              <a:rPr lang="en-US" sz="1600" b="0" i="0">
                <a:solidFill>
                  <a:schemeClr val="tx2"/>
                </a:solidFill>
                <a:effectLst/>
                <a:latin typeface="gg sans"/>
              </a:rPr>
              <a:t>be the main service we will use for communication</a:t>
            </a:r>
            <a:endParaRPr lang="en-AU" sz="1600">
              <a:solidFill>
                <a:schemeClr val="tx2"/>
              </a:solidFill>
              <a:latin typeface="gg sans"/>
            </a:endParaRPr>
          </a:p>
        </p:txBody>
      </p:sp>
    </p:spTree>
    <p:extLst>
      <p:ext uri="{BB962C8B-B14F-4D97-AF65-F5344CB8AC3E}">
        <p14:creationId xmlns:p14="http://schemas.microsoft.com/office/powerpoint/2010/main" val="2216454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6458517-8533-DB72-04D3-D9217AAFB039}"/>
              </a:ext>
            </a:extLst>
          </p:cNvPr>
          <p:cNvSpPr>
            <a:spLocks noGrp="1"/>
          </p:cNvSpPr>
          <p:nvPr>
            <p:ph type="title"/>
          </p:nvPr>
        </p:nvSpPr>
        <p:spPr>
          <a:xfrm>
            <a:off x="3543975" y="223411"/>
            <a:ext cx="5088762" cy="809137"/>
          </a:xfrm>
        </p:spPr>
        <p:txBody>
          <a:bodyPr>
            <a:normAutofit fontScale="90000"/>
          </a:bodyPr>
          <a:lstStyle/>
          <a:p>
            <a:r>
              <a:rPr lang="pl-PL" b="1">
                <a:solidFill>
                  <a:schemeClr val="tx2"/>
                </a:solidFill>
              </a:rPr>
              <a:t>Data </a:t>
            </a:r>
            <a:r>
              <a:rPr lang="pl-PL" b="1" err="1">
                <a:solidFill>
                  <a:schemeClr val="tx2"/>
                </a:solidFill>
              </a:rPr>
              <a:t>Privacy</a:t>
            </a:r>
            <a:r>
              <a:rPr lang="pl-PL" b="1">
                <a:solidFill>
                  <a:schemeClr val="tx2"/>
                </a:solidFill>
              </a:rPr>
              <a:t> and Security Plan</a:t>
            </a:r>
          </a:p>
        </p:txBody>
      </p:sp>
      <p:sp>
        <p:nvSpPr>
          <p:cNvPr id="12" name="Symbol zastępczy daty 11">
            <a:extLst>
              <a:ext uri="{FF2B5EF4-FFF2-40B4-BE49-F238E27FC236}">
                <a16:creationId xmlns:a16="http://schemas.microsoft.com/office/drawing/2014/main" id="{58EE1D1B-72CA-8362-F5EF-85F9DF2CB9E0}"/>
              </a:ext>
            </a:extLst>
          </p:cNvPr>
          <p:cNvSpPr>
            <a:spLocks noGrp="1"/>
          </p:cNvSpPr>
          <p:nvPr>
            <p:ph type="dt" sz="half" idx="45"/>
          </p:nvPr>
        </p:nvSpPr>
        <p:spPr/>
        <p:txBody>
          <a:bodyPr/>
          <a:lstStyle/>
          <a:p>
            <a:pPr rtl="0"/>
            <a:r>
              <a:rPr lang="pl-PL" noProof="0">
                <a:solidFill>
                  <a:schemeClr val="tx2"/>
                </a:solidFill>
              </a:rPr>
              <a:t>2024</a:t>
            </a:r>
          </a:p>
        </p:txBody>
      </p:sp>
      <p:sp>
        <p:nvSpPr>
          <p:cNvPr id="13" name="Symbol zastępczy stopki 12">
            <a:extLst>
              <a:ext uri="{FF2B5EF4-FFF2-40B4-BE49-F238E27FC236}">
                <a16:creationId xmlns:a16="http://schemas.microsoft.com/office/drawing/2014/main" id="{7F6245F1-680B-6FE2-4E10-893343F92C63}"/>
              </a:ext>
            </a:extLst>
          </p:cNvPr>
          <p:cNvSpPr>
            <a:spLocks noGrp="1"/>
          </p:cNvSpPr>
          <p:nvPr>
            <p:ph type="ftr" sz="quarter" idx="10"/>
          </p:nvPr>
        </p:nvSpPr>
        <p:spPr/>
        <p:txBody>
          <a:bodyPr/>
          <a:lstStyle/>
          <a:p>
            <a:pPr rtl="0"/>
            <a:r>
              <a:rPr lang="pl-PL" noProof="0">
                <a:solidFill>
                  <a:schemeClr val="tx2"/>
                </a:solidFill>
              </a:rPr>
              <a:t>WebM8s</a:t>
            </a:r>
          </a:p>
        </p:txBody>
      </p:sp>
      <p:sp>
        <p:nvSpPr>
          <p:cNvPr id="14" name="Symbol zastępczy numeru slajdu 13">
            <a:extLst>
              <a:ext uri="{FF2B5EF4-FFF2-40B4-BE49-F238E27FC236}">
                <a16:creationId xmlns:a16="http://schemas.microsoft.com/office/drawing/2014/main" id="{82FF3E1F-D96E-604D-30F6-0A2DF0EEE009}"/>
              </a:ext>
            </a:extLst>
          </p:cNvPr>
          <p:cNvSpPr>
            <a:spLocks noGrp="1"/>
          </p:cNvSpPr>
          <p:nvPr>
            <p:ph type="sldNum" sz="quarter" idx="11"/>
          </p:nvPr>
        </p:nvSpPr>
        <p:spPr/>
        <p:txBody>
          <a:bodyPr/>
          <a:lstStyle/>
          <a:p>
            <a:pPr rtl="0"/>
            <a:fld id="{19B51A1E-902D-48AF-9020-955120F399B6}" type="slidenum">
              <a:rPr lang="pl-PL" noProof="0" smtClean="0">
                <a:solidFill>
                  <a:schemeClr val="tx2"/>
                </a:solidFill>
              </a:rPr>
              <a:pPr rtl="0"/>
              <a:t>16</a:t>
            </a:fld>
            <a:endParaRPr lang="pl-PL" noProof="0">
              <a:solidFill>
                <a:schemeClr val="tx2"/>
              </a:solidFill>
            </a:endParaRPr>
          </a:p>
        </p:txBody>
      </p:sp>
      <p:sp>
        <p:nvSpPr>
          <p:cNvPr id="41" name="Owal 40">
            <a:extLst>
              <a:ext uri="{FF2B5EF4-FFF2-40B4-BE49-F238E27FC236}">
                <a16:creationId xmlns:a16="http://schemas.microsoft.com/office/drawing/2014/main" id="{ED9D6F4A-3F3F-1D88-1FBE-EDD32934BA74}"/>
              </a:ext>
            </a:extLst>
          </p:cNvPr>
          <p:cNvSpPr/>
          <p:nvPr/>
        </p:nvSpPr>
        <p:spPr>
          <a:xfrm>
            <a:off x="4532631" y="1818005"/>
            <a:ext cx="3125651" cy="3136605"/>
          </a:xfrm>
          <a:prstGeom prst="ellipse">
            <a:avLst/>
          </a:prstGeom>
          <a:solidFill>
            <a:srgbClr val="A6A2BD"/>
          </a:solidFill>
          <a:ln w="635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pic>
        <p:nvPicPr>
          <p:cNvPr id="49" name="Obraz 48" descr="Obraz zawierający czarne i białe, sylwetka&#10;&#10;Opis wygenerowany automatycznie przy niskim poziomie pewności">
            <a:extLst>
              <a:ext uri="{FF2B5EF4-FFF2-40B4-BE49-F238E27FC236}">
                <a16:creationId xmlns:a16="http://schemas.microsoft.com/office/drawing/2014/main" id="{ADEE655D-CC98-AC65-FA5C-A14A7FE7A589}"/>
              </a:ext>
            </a:extLst>
          </p:cNvPr>
          <p:cNvPicPr>
            <a:picLocks noChangeAspect="1"/>
          </p:cNvPicPr>
          <p:nvPr/>
        </p:nvPicPr>
        <p:blipFill>
          <a:blip r:embed="rId2"/>
          <a:stretch>
            <a:fillRect/>
          </a:stretch>
        </p:blipFill>
        <p:spPr>
          <a:xfrm>
            <a:off x="5167203" y="2374961"/>
            <a:ext cx="1856509" cy="1856509"/>
          </a:xfrm>
          <a:prstGeom prst="rect">
            <a:avLst/>
          </a:prstGeom>
        </p:spPr>
      </p:pic>
      <p:grpSp>
        <p:nvGrpSpPr>
          <p:cNvPr id="110" name="Grupa 109">
            <a:extLst>
              <a:ext uri="{FF2B5EF4-FFF2-40B4-BE49-F238E27FC236}">
                <a16:creationId xmlns:a16="http://schemas.microsoft.com/office/drawing/2014/main" id="{453980F5-AFB0-E4AD-4BF1-7D5E0BD64EF0}"/>
              </a:ext>
            </a:extLst>
          </p:cNvPr>
          <p:cNvGrpSpPr/>
          <p:nvPr/>
        </p:nvGrpSpPr>
        <p:grpSpPr>
          <a:xfrm>
            <a:off x="748640" y="615079"/>
            <a:ext cx="4690202" cy="1213380"/>
            <a:chOff x="1029424" y="574609"/>
            <a:chExt cx="4690202" cy="1213380"/>
          </a:xfrm>
          <a:solidFill>
            <a:srgbClr val="085E83"/>
          </a:solidFill>
        </p:grpSpPr>
        <p:sp>
          <p:nvSpPr>
            <p:cNvPr id="47" name="Element końcowy 46">
              <a:extLst>
                <a:ext uri="{FF2B5EF4-FFF2-40B4-BE49-F238E27FC236}">
                  <a16:creationId xmlns:a16="http://schemas.microsoft.com/office/drawing/2014/main" id="{F56AEFDE-6770-F877-D47C-935908267672}"/>
                </a:ext>
              </a:extLst>
            </p:cNvPr>
            <p:cNvSpPr/>
            <p:nvPr/>
          </p:nvSpPr>
          <p:spPr>
            <a:xfrm>
              <a:off x="1029424" y="574609"/>
              <a:ext cx="3308499" cy="1213380"/>
            </a:xfrm>
            <a:prstGeom prst="flowChartTerminator">
              <a:avLst/>
            </a:prstGeom>
            <a:grp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sp>
          <p:nvSpPr>
            <p:cNvPr id="50" name="Owal 49">
              <a:extLst>
                <a:ext uri="{FF2B5EF4-FFF2-40B4-BE49-F238E27FC236}">
                  <a16:creationId xmlns:a16="http://schemas.microsoft.com/office/drawing/2014/main" id="{E63CDED5-C461-DCC1-D61B-AB548E50F4EE}"/>
                </a:ext>
              </a:extLst>
            </p:cNvPr>
            <p:cNvSpPr/>
            <p:nvPr/>
          </p:nvSpPr>
          <p:spPr>
            <a:xfrm>
              <a:off x="4210596" y="1068432"/>
              <a:ext cx="209372" cy="2198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cxnSp>
          <p:nvCxnSpPr>
            <p:cNvPr id="54" name="Łącznik prosty 53">
              <a:extLst>
                <a:ext uri="{FF2B5EF4-FFF2-40B4-BE49-F238E27FC236}">
                  <a16:creationId xmlns:a16="http://schemas.microsoft.com/office/drawing/2014/main" id="{5A869F45-0EE4-8A0C-F188-CD2F3DC27862}"/>
                </a:ext>
              </a:extLst>
            </p:cNvPr>
            <p:cNvCxnSpPr>
              <a:cxnSpLocks/>
              <a:stCxn id="50" idx="2"/>
            </p:cNvCxnSpPr>
            <p:nvPr/>
          </p:nvCxnSpPr>
          <p:spPr>
            <a:xfrm>
              <a:off x="4210596" y="1178374"/>
              <a:ext cx="1489813" cy="0"/>
            </a:xfrm>
            <a:prstGeom prst="line">
              <a:avLst/>
            </a:prstGeom>
            <a:grpFill/>
            <a:ln w="50800">
              <a:solidFill>
                <a:srgbClr val="085E83"/>
              </a:solidFill>
            </a:ln>
          </p:spPr>
          <p:style>
            <a:lnRef idx="1">
              <a:schemeClr val="accent1"/>
            </a:lnRef>
            <a:fillRef idx="0">
              <a:schemeClr val="accent1"/>
            </a:fillRef>
            <a:effectRef idx="0">
              <a:schemeClr val="accent1"/>
            </a:effectRef>
            <a:fontRef idx="minor">
              <a:schemeClr val="tx1"/>
            </a:fontRef>
          </p:style>
        </p:cxnSp>
        <p:cxnSp>
          <p:nvCxnSpPr>
            <p:cNvPr id="73" name="Łącznik prosty 72">
              <a:extLst>
                <a:ext uri="{FF2B5EF4-FFF2-40B4-BE49-F238E27FC236}">
                  <a16:creationId xmlns:a16="http://schemas.microsoft.com/office/drawing/2014/main" id="{ABE8626D-BD5D-715D-A794-75437DDE0546}"/>
                </a:ext>
              </a:extLst>
            </p:cNvPr>
            <p:cNvCxnSpPr>
              <a:cxnSpLocks/>
            </p:cNvCxnSpPr>
            <p:nvPr/>
          </p:nvCxnSpPr>
          <p:spPr>
            <a:xfrm>
              <a:off x="5700409" y="1178373"/>
              <a:ext cx="0" cy="527832"/>
            </a:xfrm>
            <a:prstGeom prst="line">
              <a:avLst/>
            </a:prstGeom>
            <a:grpFill/>
            <a:ln w="50800">
              <a:solidFill>
                <a:srgbClr val="085E83"/>
              </a:solidFill>
            </a:ln>
          </p:spPr>
          <p:style>
            <a:lnRef idx="1">
              <a:schemeClr val="accent1"/>
            </a:lnRef>
            <a:fillRef idx="0">
              <a:schemeClr val="accent1"/>
            </a:fillRef>
            <a:effectRef idx="0">
              <a:schemeClr val="accent1"/>
            </a:effectRef>
            <a:fontRef idx="minor">
              <a:schemeClr val="tx1"/>
            </a:fontRef>
          </p:style>
        </p:cxnSp>
        <p:sp>
          <p:nvSpPr>
            <p:cNvPr id="74" name="Dowolny kształt 73">
              <a:extLst>
                <a:ext uri="{FF2B5EF4-FFF2-40B4-BE49-F238E27FC236}">
                  <a16:creationId xmlns:a16="http://schemas.microsoft.com/office/drawing/2014/main" id="{173F008F-282B-CD59-FD3F-255B0ADE5CFC}"/>
                </a:ext>
              </a:extLst>
            </p:cNvPr>
            <p:cNvSpPr/>
            <p:nvPr/>
          </p:nvSpPr>
          <p:spPr>
            <a:xfrm>
              <a:off x="5681474" y="1158093"/>
              <a:ext cx="34049" cy="25407"/>
            </a:xfrm>
            <a:custGeom>
              <a:avLst/>
              <a:gdLst>
                <a:gd name="connsiteX0" fmla="*/ 14990 w 34049"/>
                <a:gd name="connsiteY0" fmla="*/ 8344 h 25407"/>
                <a:gd name="connsiteX1" fmla="*/ 11243 w 34049"/>
                <a:gd name="connsiteY1" fmla="*/ 23334 h 25407"/>
                <a:gd name="connsiteX2" fmla="*/ 0 w 34049"/>
                <a:gd name="connsiteY2" fmla="*/ 19586 h 25407"/>
                <a:gd name="connsiteX3" fmla="*/ 11243 w 34049"/>
                <a:gd name="connsiteY3" fmla="*/ 15839 h 25407"/>
                <a:gd name="connsiteX4" fmla="*/ 7495 w 34049"/>
                <a:gd name="connsiteY4" fmla="*/ 4596 h 25407"/>
                <a:gd name="connsiteX5" fmla="*/ 18738 w 34049"/>
                <a:gd name="connsiteY5" fmla="*/ 8344 h 25407"/>
                <a:gd name="connsiteX6" fmla="*/ 29980 w 34049"/>
                <a:gd name="connsiteY6" fmla="*/ 19586 h 25407"/>
                <a:gd name="connsiteX7" fmla="*/ 33728 w 34049"/>
                <a:gd name="connsiteY7" fmla="*/ 8344 h 25407"/>
                <a:gd name="connsiteX8" fmla="*/ 22485 w 34049"/>
                <a:gd name="connsiteY8" fmla="*/ 849 h 25407"/>
                <a:gd name="connsiteX9" fmla="*/ 29980 w 34049"/>
                <a:gd name="connsiteY9" fmla="*/ 12091 h 25407"/>
                <a:gd name="connsiteX10" fmla="*/ 14990 w 34049"/>
                <a:gd name="connsiteY10" fmla="*/ 8344 h 2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049" h="25407">
                  <a:moveTo>
                    <a:pt x="14990" y="8344"/>
                  </a:moveTo>
                  <a:cubicBezTo>
                    <a:pt x="11867" y="10218"/>
                    <a:pt x="22238" y="32130"/>
                    <a:pt x="11243" y="23334"/>
                  </a:cubicBezTo>
                  <a:cubicBezTo>
                    <a:pt x="8158" y="20866"/>
                    <a:pt x="3748" y="20835"/>
                    <a:pt x="0" y="19586"/>
                  </a:cubicBezTo>
                  <a:lnTo>
                    <a:pt x="11243" y="15839"/>
                  </a:lnTo>
                  <a:cubicBezTo>
                    <a:pt x="9994" y="12091"/>
                    <a:pt x="4702" y="7389"/>
                    <a:pt x="7495" y="4596"/>
                  </a:cubicBezTo>
                  <a:cubicBezTo>
                    <a:pt x="10288" y="1803"/>
                    <a:pt x="15451" y="6153"/>
                    <a:pt x="18738" y="8344"/>
                  </a:cubicBezTo>
                  <a:cubicBezTo>
                    <a:pt x="23147" y="11284"/>
                    <a:pt x="26233" y="15839"/>
                    <a:pt x="29980" y="19586"/>
                  </a:cubicBezTo>
                  <a:cubicBezTo>
                    <a:pt x="31229" y="15839"/>
                    <a:pt x="35195" y="12012"/>
                    <a:pt x="33728" y="8344"/>
                  </a:cubicBezTo>
                  <a:cubicBezTo>
                    <a:pt x="32055" y="4162"/>
                    <a:pt x="25670" y="-2335"/>
                    <a:pt x="22485" y="849"/>
                  </a:cubicBezTo>
                  <a:cubicBezTo>
                    <a:pt x="19300" y="4033"/>
                    <a:pt x="27966" y="8063"/>
                    <a:pt x="29980" y="12091"/>
                  </a:cubicBezTo>
                  <a:cubicBezTo>
                    <a:pt x="30539" y="13208"/>
                    <a:pt x="18113" y="6470"/>
                    <a:pt x="14990" y="8344"/>
                  </a:cubicBezTo>
                  <a:close/>
                </a:path>
              </a:pathLst>
            </a:custGeom>
            <a:grpFill/>
            <a:ln>
              <a:solidFill>
                <a:srgbClr val="085E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sp>
          <p:nvSpPr>
            <p:cNvPr id="76" name="Dowolny kształt 75">
              <a:extLst>
                <a:ext uri="{FF2B5EF4-FFF2-40B4-BE49-F238E27FC236}">
                  <a16:creationId xmlns:a16="http://schemas.microsoft.com/office/drawing/2014/main" id="{4E127991-BD38-1DE1-7022-B6E5F691E6FB}"/>
                </a:ext>
              </a:extLst>
            </p:cNvPr>
            <p:cNvSpPr/>
            <p:nvPr/>
          </p:nvSpPr>
          <p:spPr>
            <a:xfrm>
              <a:off x="5703751" y="1160399"/>
              <a:ext cx="15875" cy="133350"/>
            </a:xfrm>
            <a:custGeom>
              <a:avLst/>
              <a:gdLst>
                <a:gd name="connsiteX0" fmla="*/ 9525 w 15875"/>
                <a:gd name="connsiteY0" fmla="*/ 133350 h 133350"/>
                <a:gd name="connsiteX1" fmla="*/ 6350 w 15875"/>
                <a:gd name="connsiteY1" fmla="*/ 101600 h 133350"/>
                <a:gd name="connsiteX2" fmla="*/ 0 w 15875"/>
                <a:gd name="connsiteY2" fmla="*/ 79375 h 133350"/>
                <a:gd name="connsiteX3" fmla="*/ 9525 w 15875"/>
                <a:gd name="connsiteY3" fmla="*/ 19050 h 133350"/>
                <a:gd name="connsiteX4" fmla="*/ 12700 w 15875"/>
                <a:gd name="connsiteY4" fmla="*/ 9525 h 133350"/>
                <a:gd name="connsiteX5" fmla="*/ 15875 w 15875"/>
                <a:gd name="connsiteY5" fmla="*/ 0 h 133350"/>
                <a:gd name="connsiteX6" fmla="*/ 12700 w 15875"/>
                <a:gd name="connsiteY6" fmla="*/ 9525 h 133350"/>
                <a:gd name="connsiteX7" fmla="*/ 0 w 15875"/>
                <a:gd name="connsiteY7" fmla="*/ 635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75" h="133350">
                  <a:moveTo>
                    <a:pt x="9525" y="133350"/>
                  </a:moveTo>
                  <a:cubicBezTo>
                    <a:pt x="8467" y="122767"/>
                    <a:pt x="7854" y="112129"/>
                    <a:pt x="6350" y="101600"/>
                  </a:cubicBezTo>
                  <a:cubicBezTo>
                    <a:pt x="5353" y="94623"/>
                    <a:pt x="2262" y="86160"/>
                    <a:pt x="0" y="79375"/>
                  </a:cubicBezTo>
                  <a:cubicBezTo>
                    <a:pt x="3688" y="31426"/>
                    <a:pt x="-1189" y="51191"/>
                    <a:pt x="9525" y="19050"/>
                  </a:cubicBezTo>
                  <a:lnTo>
                    <a:pt x="12700" y="9525"/>
                  </a:lnTo>
                  <a:lnTo>
                    <a:pt x="15875" y="0"/>
                  </a:lnTo>
                  <a:lnTo>
                    <a:pt x="12700" y="9525"/>
                  </a:lnTo>
                  <a:cubicBezTo>
                    <a:pt x="2171" y="6015"/>
                    <a:pt x="6522" y="6350"/>
                    <a:pt x="0" y="6350"/>
                  </a:cubicBezTo>
                </a:path>
              </a:pathLst>
            </a:custGeom>
            <a:grpFill/>
            <a:ln>
              <a:solidFill>
                <a:srgbClr val="085E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sp>
          <p:nvSpPr>
            <p:cNvPr id="87" name="pole tekstowe 86">
              <a:extLst>
                <a:ext uri="{FF2B5EF4-FFF2-40B4-BE49-F238E27FC236}">
                  <a16:creationId xmlns:a16="http://schemas.microsoft.com/office/drawing/2014/main" id="{A939F721-A047-2839-9ED2-8FDF0BCF6F2A}"/>
                </a:ext>
              </a:extLst>
            </p:cNvPr>
            <p:cNvSpPr txBox="1"/>
            <p:nvPr/>
          </p:nvSpPr>
          <p:spPr>
            <a:xfrm>
              <a:off x="1284731" y="824145"/>
              <a:ext cx="2685418" cy="738664"/>
            </a:xfrm>
            <a:prstGeom prst="rect">
              <a:avLst/>
            </a:prstGeom>
            <a:grpFill/>
          </p:spPr>
          <p:txBody>
            <a:bodyPr wrap="square" rtlCol="0">
              <a:spAutoFit/>
            </a:bodyPr>
            <a:lstStyle/>
            <a:p>
              <a:pPr algn="ctr"/>
              <a:r>
                <a:rPr lang="pl-PL" sz="1400" b="0" i="0" u="none" strike="noStrike">
                  <a:solidFill>
                    <a:schemeClr val="bg1">
                      <a:lumMod val="95000"/>
                    </a:schemeClr>
                  </a:solidFill>
                  <a:effectLst/>
                  <a:latin typeface="-webkit-standard"/>
                </a:rPr>
                <a:t>At</a:t>
              </a:r>
              <a:r>
                <a:rPr lang="pl-PL" sz="1400" b="1" i="0" u="none" strike="noStrike">
                  <a:solidFill>
                    <a:schemeClr val="bg1">
                      <a:lumMod val="95000"/>
                    </a:schemeClr>
                  </a:solidFill>
                  <a:effectLst/>
                  <a:latin typeface="-webkit-standard"/>
                </a:rPr>
                <a:t> WebM8s</a:t>
              </a:r>
              <a:r>
                <a:rPr lang="pl-PL" sz="1400" b="0" i="0" u="none" strike="noStrike">
                  <a:solidFill>
                    <a:schemeClr val="bg1">
                      <a:lumMod val="95000"/>
                    </a:schemeClr>
                  </a:solidFill>
                  <a:effectLst/>
                  <a:latin typeface="-webkit-standard"/>
                </a:rPr>
                <a:t>, we </a:t>
              </a:r>
              <a:r>
                <a:rPr lang="pl-PL" sz="1400" b="0" i="0" u="none" strike="noStrike" err="1">
                  <a:solidFill>
                    <a:schemeClr val="bg1">
                      <a:lumMod val="95000"/>
                    </a:schemeClr>
                  </a:solidFill>
                  <a:effectLst/>
                  <a:latin typeface="-webkit-standard"/>
                </a:rPr>
                <a:t>will</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protect</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user</a:t>
              </a:r>
              <a:r>
                <a:rPr lang="pl-PL" sz="1400" b="0" i="0" u="none" strike="noStrike">
                  <a:solidFill>
                    <a:schemeClr val="bg1">
                      <a:lumMod val="95000"/>
                    </a:schemeClr>
                  </a:solidFill>
                  <a:effectLst/>
                  <a:latin typeface="-webkit-standard"/>
                </a:rPr>
                <a:t> data with </a:t>
              </a:r>
              <a:r>
                <a:rPr lang="pl-PL" sz="1400" b="0" i="0" u="none" strike="noStrike" err="1">
                  <a:solidFill>
                    <a:schemeClr val="bg1">
                      <a:lumMod val="95000"/>
                    </a:schemeClr>
                  </a:solidFill>
                  <a:effectLst/>
                  <a:latin typeface="-webkit-standard"/>
                </a:rPr>
                <a:t>strong</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security</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tools</a:t>
              </a:r>
              <a:r>
                <a:rPr lang="pl-PL" sz="1400">
                  <a:solidFill>
                    <a:schemeClr val="bg1">
                      <a:lumMod val="95000"/>
                    </a:schemeClr>
                  </a:solidFill>
                  <a:latin typeface="-webkit-standard"/>
                </a:rPr>
                <a:t> </a:t>
              </a:r>
              <a:r>
                <a:rPr lang="pl-PL" sz="1400" err="1">
                  <a:solidFill>
                    <a:schemeClr val="bg1">
                      <a:lumMod val="95000"/>
                    </a:schemeClr>
                  </a:solidFill>
                  <a:latin typeface="-webkit-standard"/>
                </a:rPr>
                <a:t>such</a:t>
              </a:r>
              <a:r>
                <a:rPr lang="pl-PL" sz="1400">
                  <a:solidFill>
                    <a:schemeClr val="bg1">
                      <a:lumMod val="95000"/>
                    </a:schemeClr>
                  </a:solidFill>
                  <a:latin typeface="-webkit-standard"/>
                </a:rPr>
                <a:t> as</a:t>
              </a:r>
              <a:r>
                <a:rPr lang="pl-PL" sz="1400" b="1">
                  <a:solidFill>
                    <a:schemeClr val="bg1">
                      <a:lumMod val="95000"/>
                    </a:schemeClr>
                  </a:solidFill>
                  <a:latin typeface="-webkit-standard"/>
                </a:rPr>
                <a:t> </a:t>
              </a:r>
              <a:r>
                <a:rPr lang="pl-PL" sz="1400" b="1" i="0" u="none" strike="noStrike">
                  <a:solidFill>
                    <a:schemeClr val="bg1">
                      <a:lumMod val="95000"/>
                    </a:schemeClr>
                  </a:solidFill>
                  <a:effectLst/>
                  <a:latin typeface="-webkit-standard"/>
                </a:rPr>
                <a:t>AES-256 </a:t>
              </a:r>
              <a:r>
                <a:rPr lang="pl-PL" sz="1400" b="0" i="0" u="none" strike="noStrike" err="1">
                  <a:solidFill>
                    <a:schemeClr val="bg1">
                      <a:lumMod val="95000"/>
                    </a:schemeClr>
                  </a:solidFill>
                  <a:effectLst/>
                  <a:latin typeface="-webkit-standard"/>
                </a:rPr>
                <a:t>encryption</a:t>
              </a:r>
              <a:r>
                <a:rPr lang="pl-PL" sz="1400" b="0" i="0" u="none" strike="noStrike">
                  <a:solidFill>
                    <a:schemeClr val="bg1">
                      <a:lumMod val="95000"/>
                    </a:schemeClr>
                  </a:solidFill>
                  <a:effectLst/>
                  <a:latin typeface="-webkit-standard"/>
                </a:rPr>
                <a:t>.</a:t>
              </a:r>
              <a:endParaRPr lang="pl-PL" sz="1400">
                <a:solidFill>
                  <a:schemeClr val="bg1">
                    <a:lumMod val="95000"/>
                  </a:schemeClr>
                </a:solidFill>
              </a:endParaRPr>
            </a:p>
          </p:txBody>
        </p:sp>
      </p:grpSp>
      <p:grpSp>
        <p:nvGrpSpPr>
          <p:cNvPr id="136" name="Grupa 135">
            <a:extLst>
              <a:ext uri="{FF2B5EF4-FFF2-40B4-BE49-F238E27FC236}">
                <a16:creationId xmlns:a16="http://schemas.microsoft.com/office/drawing/2014/main" id="{ED1A94CC-CCD1-D3BC-FAAB-6B414D7946C8}"/>
              </a:ext>
            </a:extLst>
          </p:cNvPr>
          <p:cNvGrpSpPr/>
          <p:nvPr/>
        </p:nvGrpSpPr>
        <p:grpSpPr>
          <a:xfrm>
            <a:off x="747424" y="5113852"/>
            <a:ext cx="4670290" cy="1213380"/>
            <a:chOff x="747424" y="5113852"/>
            <a:chExt cx="4670290" cy="1213380"/>
          </a:xfrm>
          <a:solidFill>
            <a:srgbClr val="5C8333"/>
          </a:solidFill>
        </p:grpSpPr>
        <p:sp>
          <p:nvSpPr>
            <p:cNvPr id="90" name="Element końcowy 89">
              <a:extLst>
                <a:ext uri="{FF2B5EF4-FFF2-40B4-BE49-F238E27FC236}">
                  <a16:creationId xmlns:a16="http://schemas.microsoft.com/office/drawing/2014/main" id="{5D73D4B1-0E1E-1E3A-5428-B37A52E464C0}"/>
                </a:ext>
              </a:extLst>
            </p:cNvPr>
            <p:cNvSpPr/>
            <p:nvPr/>
          </p:nvSpPr>
          <p:spPr>
            <a:xfrm>
              <a:off x="747424" y="5113852"/>
              <a:ext cx="3289961" cy="1213380"/>
            </a:xfrm>
            <a:prstGeom prst="flowChartTermina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sp>
          <p:nvSpPr>
            <p:cNvPr id="91" name="Owal 90">
              <a:extLst>
                <a:ext uri="{FF2B5EF4-FFF2-40B4-BE49-F238E27FC236}">
                  <a16:creationId xmlns:a16="http://schemas.microsoft.com/office/drawing/2014/main" id="{8271043F-1FAD-662D-FED4-FA71781F03ED}"/>
                </a:ext>
              </a:extLst>
            </p:cNvPr>
            <p:cNvSpPr/>
            <p:nvPr/>
          </p:nvSpPr>
          <p:spPr>
            <a:xfrm>
              <a:off x="3943837" y="5610600"/>
              <a:ext cx="209372" cy="2198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cxnSp>
          <p:nvCxnSpPr>
            <p:cNvPr id="93" name="Łącznik prosty 92">
              <a:extLst>
                <a:ext uri="{FF2B5EF4-FFF2-40B4-BE49-F238E27FC236}">
                  <a16:creationId xmlns:a16="http://schemas.microsoft.com/office/drawing/2014/main" id="{F1B20B9E-F48F-09F7-C06F-5C51056B1FBE}"/>
                </a:ext>
              </a:extLst>
            </p:cNvPr>
            <p:cNvCxnSpPr>
              <a:cxnSpLocks/>
            </p:cNvCxnSpPr>
            <p:nvPr/>
          </p:nvCxnSpPr>
          <p:spPr>
            <a:xfrm>
              <a:off x="4106166" y="5723381"/>
              <a:ext cx="1293308" cy="1075"/>
            </a:xfrm>
            <a:prstGeom prst="line">
              <a:avLst/>
            </a:prstGeom>
            <a:grpFill/>
            <a:ln w="50800">
              <a:solidFill>
                <a:srgbClr val="5C8333"/>
              </a:solidFill>
            </a:ln>
          </p:spPr>
          <p:style>
            <a:lnRef idx="1">
              <a:schemeClr val="accent1"/>
            </a:lnRef>
            <a:fillRef idx="0">
              <a:schemeClr val="accent1"/>
            </a:fillRef>
            <a:effectRef idx="0">
              <a:schemeClr val="accent1"/>
            </a:effectRef>
            <a:fontRef idx="minor">
              <a:schemeClr val="tx1"/>
            </a:fontRef>
          </p:style>
        </p:cxnSp>
        <p:cxnSp>
          <p:nvCxnSpPr>
            <p:cNvPr id="95" name="Łącznik prosty 94">
              <a:extLst>
                <a:ext uri="{FF2B5EF4-FFF2-40B4-BE49-F238E27FC236}">
                  <a16:creationId xmlns:a16="http://schemas.microsoft.com/office/drawing/2014/main" id="{E9F497B6-6212-913B-7030-FF9A0632459D}"/>
                </a:ext>
              </a:extLst>
            </p:cNvPr>
            <p:cNvCxnSpPr>
              <a:cxnSpLocks/>
            </p:cNvCxnSpPr>
            <p:nvPr/>
          </p:nvCxnSpPr>
          <p:spPr>
            <a:xfrm flipV="1">
              <a:off x="5399474" y="5113852"/>
              <a:ext cx="0" cy="606689"/>
            </a:xfrm>
            <a:prstGeom prst="line">
              <a:avLst/>
            </a:prstGeom>
            <a:grpFill/>
            <a:ln w="50800">
              <a:solidFill>
                <a:srgbClr val="5C8333"/>
              </a:solidFill>
            </a:ln>
          </p:spPr>
          <p:style>
            <a:lnRef idx="1">
              <a:schemeClr val="accent1"/>
            </a:lnRef>
            <a:fillRef idx="0">
              <a:schemeClr val="accent1"/>
            </a:fillRef>
            <a:effectRef idx="0">
              <a:schemeClr val="accent1"/>
            </a:effectRef>
            <a:fontRef idx="minor">
              <a:schemeClr val="tx1"/>
            </a:fontRef>
          </p:style>
        </p:cxnSp>
        <p:sp>
          <p:nvSpPr>
            <p:cNvPr id="96" name="Dowolny kształt 95">
              <a:extLst>
                <a:ext uri="{FF2B5EF4-FFF2-40B4-BE49-F238E27FC236}">
                  <a16:creationId xmlns:a16="http://schemas.microsoft.com/office/drawing/2014/main" id="{AEC76E50-8D64-4D76-24C7-CD526DCCC60D}"/>
                </a:ext>
              </a:extLst>
            </p:cNvPr>
            <p:cNvSpPr/>
            <p:nvPr/>
          </p:nvSpPr>
          <p:spPr>
            <a:xfrm>
              <a:off x="5392334" y="5681702"/>
              <a:ext cx="25380" cy="66675"/>
            </a:xfrm>
            <a:custGeom>
              <a:avLst/>
              <a:gdLst>
                <a:gd name="connsiteX0" fmla="*/ 4017 w 25380"/>
                <a:gd name="connsiteY0" fmla="*/ 0 h 66675"/>
                <a:gd name="connsiteX1" fmla="*/ 842 w 25380"/>
                <a:gd name="connsiteY1" fmla="*/ 22225 h 66675"/>
                <a:gd name="connsiteX2" fmla="*/ 10367 w 25380"/>
                <a:gd name="connsiteY2" fmla="*/ 15875 h 66675"/>
                <a:gd name="connsiteX3" fmla="*/ 13542 w 25380"/>
                <a:gd name="connsiteY3" fmla="*/ 6350 h 66675"/>
                <a:gd name="connsiteX4" fmla="*/ 16717 w 25380"/>
                <a:gd name="connsiteY4" fmla="*/ 34925 h 66675"/>
                <a:gd name="connsiteX5" fmla="*/ 13542 w 25380"/>
                <a:gd name="connsiteY5" fmla="*/ 57150 h 66675"/>
                <a:gd name="connsiteX6" fmla="*/ 7192 w 25380"/>
                <a:gd name="connsiteY6" fmla="*/ 47625 h 66675"/>
                <a:gd name="connsiteX7" fmla="*/ 10367 w 25380"/>
                <a:gd name="connsiteY7" fmla="*/ 63500 h 66675"/>
                <a:gd name="connsiteX8" fmla="*/ 19892 w 25380"/>
                <a:gd name="connsiteY8" fmla="*/ 60325 h 66675"/>
                <a:gd name="connsiteX9" fmla="*/ 23067 w 25380"/>
                <a:gd name="connsiteY9" fmla="*/ 31750 h 66675"/>
                <a:gd name="connsiteX10" fmla="*/ 23067 w 25380"/>
                <a:gd name="connsiteY10" fmla="*/ 6667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380" h="66675">
                  <a:moveTo>
                    <a:pt x="4017" y="0"/>
                  </a:moveTo>
                  <a:cubicBezTo>
                    <a:pt x="2959" y="7408"/>
                    <a:pt x="-1937" y="15277"/>
                    <a:pt x="842" y="22225"/>
                  </a:cubicBezTo>
                  <a:cubicBezTo>
                    <a:pt x="2259" y="25768"/>
                    <a:pt x="7983" y="18855"/>
                    <a:pt x="10367" y="15875"/>
                  </a:cubicBezTo>
                  <a:cubicBezTo>
                    <a:pt x="12458" y="13262"/>
                    <a:pt x="12484" y="9525"/>
                    <a:pt x="13542" y="6350"/>
                  </a:cubicBezTo>
                  <a:cubicBezTo>
                    <a:pt x="20950" y="28575"/>
                    <a:pt x="22009" y="19050"/>
                    <a:pt x="16717" y="34925"/>
                  </a:cubicBezTo>
                  <a:cubicBezTo>
                    <a:pt x="15659" y="42333"/>
                    <a:pt x="18032" y="51163"/>
                    <a:pt x="13542" y="57150"/>
                  </a:cubicBezTo>
                  <a:cubicBezTo>
                    <a:pt x="11252" y="60203"/>
                    <a:pt x="6444" y="43883"/>
                    <a:pt x="7192" y="47625"/>
                  </a:cubicBezTo>
                  <a:lnTo>
                    <a:pt x="10367" y="63500"/>
                  </a:lnTo>
                  <a:cubicBezTo>
                    <a:pt x="13542" y="62442"/>
                    <a:pt x="18649" y="63432"/>
                    <a:pt x="19892" y="60325"/>
                  </a:cubicBezTo>
                  <a:cubicBezTo>
                    <a:pt x="23451" y="51427"/>
                    <a:pt x="18781" y="23178"/>
                    <a:pt x="23067" y="31750"/>
                  </a:cubicBezTo>
                  <a:cubicBezTo>
                    <a:pt x="28273" y="42163"/>
                    <a:pt x="23067" y="55033"/>
                    <a:pt x="23067" y="66675"/>
                  </a:cubicBezTo>
                </a:path>
              </a:pathLst>
            </a:custGeom>
            <a:grpFill/>
            <a:ln>
              <a:solidFill>
                <a:srgbClr val="5C8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sp>
          <p:nvSpPr>
            <p:cNvPr id="97" name="pole tekstowe 96">
              <a:extLst>
                <a:ext uri="{FF2B5EF4-FFF2-40B4-BE49-F238E27FC236}">
                  <a16:creationId xmlns:a16="http://schemas.microsoft.com/office/drawing/2014/main" id="{E7F0A5D8-29E5-934A-B302-5C9338BBF071}"/>
                </a:ext>
              </a:extLst>
            </p:cNvPr>
            <p:cNvSpPr txBox="1"/>
            <p:nvPr/>
          </p:nvSpPr>
          <p:spPr>
            <a:xfrm>
              <a:off x="990351" y="5273578"/>
              <a:ext cx="2685418" cy="954107"/>
            </a:xfrm>
            <a:prstGeom prst="rect">
              <a:avLst/>
            </a:prstGeom>
            <a:grpFill/>
          </p:spPr>
          <p:txBody>
            <a:bodyPr wrap="square" rtlCol="0">
              <a:spAutoFit/>
            </a:bodyPr>
            <a:lstStyle/>
            <a:p>
              <a:pPr algn="ctr"/>
              <a:r>
                <a:rPr lang="pl-PL" sz="1400" b="0" i="0" u="none" strike="noStrike">
                  <a:solidFill>
                    <a:schemeClr val="bg1">
                      <a:lumMod val="95000"/>
                    </a:schemeClr>
                  </a:solidFill>
                  <a:effectLst/>
                  <a:latin typeface="-webkit-standard"/>
                </a:rPr>
                <a:t>Data </a:t>
              </a:r>
              <a:r>
                <a:rPr lang="pl-PL" sz="1400" b="0" i="0" u="none" strike="noStrike" err="1">
                  <a:solidFill>
                    <a:schemeClr val="bg1">
                      <a:lumMod val="95000"/>
                    </a:schemeClr>
                  </a:solidFill>
                  <a:effectLst/>
                  <a:latin typeface="-webkit-standard"/>
                </a:rPr>
                <a:t>sent</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between</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users</a:t>
              </a:r>
              <a:r>
                <a:rPr lang="pl-PL" sz="1400" b="0" i="0" u="none" strike="noStrike">
                  <a:solidFill>
                    <a:schemeClr val="bg1">
                      <a:lumMod val="95000"/>
                    </a:schemeClr>
                  </a:solidFill>
                  <a:effectLst/>
                  <a:latin typeface="-webkit-standard"/>
                </a:rPr>
                <a:t> and </a:t>
              </a:r>
              <a:r>
                <a:rPr lang="pl-PL" sz="1400" b="0" i="0" u="none" strike="noStrike" err="1">
                  <a:solidFill>
                    <a:schemeClr val="bg1">
                      <a:lumMod val="95000"/>
                    </a:schemeClr>
                  </a:solidFill>
                  <a:effectLst/>
                  <a:latin typeface="-webkit-standard"/>
                </a:rPr>
                <a:t>our</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servers</a:t>
              </a:r>
              <a:r>
                <a:rPr lang="pl-PL" sz="1400" b="0" i="0" u="none" strike="noStrike">
                  <a:solidFill>
                    <a:schemeClr val="bg1">
                      <a:lumMod val="95000"/>
                    </a:schemeClr>
                  </a:solidFill>
                  <a:effectLst/>
                  <a:latin typeface="-webkit-standard"/>
                </a:rPr>
                <a:t> </a:t>
              </a:r>
              <a:r>
                <a:rPr lang="pl-PL" sz="1400" err="1">
                  <a:solidFill>
                    <a:schemeClr val="bg1">
                      <a:lumMod val="95000"/>
                    </a:schemeClr>
                  </a:solidFill>
                  <a:latin typeface="-webkit-standard"/>
                </a:rPr>
                <a:t>willbe</a:t>
              </a:r>
              <a:r>
                <a:rPr lang="pl-PL" sz="1400">
                  <a:solidFill>
                    <a:schemeClr val="bg1">
                      <a:lumMod val="95000"/>
                    </a:schemeClr>
                  </a:solidFill>
                  <a:latin typeface="-webkit-standard"/>
                </a:rPr>
                <a:t> </a:t>
              </a:r>
              <a:r>
                <a:rPr lang="pl-PL" sz="1400" b="0" i="0" u="none" strike="noStrike" err="1">
                  <a:solidFill>
                    <a:schemeClr val="bg1">
                      <a:lumMod val="95000"/>
                    </a:schemeClr>
                  </a:solidFill>
                  <a:effectLst/>
                  <a:latin typeface="-webkit-standard"/>
                </a:rPr>
                <a:t>secured</a:t>
              </a:r>
              <a:r>
                <a:rPr lang="pl-PL" sz="1400" b="0" i="0" u="none" strike="noStrike">
                  <a:solidFill>
                    <a:schemeClr val="bg1">
                      <a:lumMod val="95000"/>
                    </a:schemeClr>
                  </a:solidFill>
                  <a:effectLst/>
                  <a:latin typeface="-webkit-standard"/>
                </a:rPr>
                <a:t> with </a:t>
              </a:r>
              <a:r>
                <a:rPr lang="pl-PL" sz="1400" b="1" i="0" u="none" strike="noStrike">
                  <a:solidFill>
                    <a:schemeClr val="bg1">
                      <a:lumMod val="95000"/>
                    </a:schemeClr>
                  </a:solidFill>
                  <a:effectLst/>
                  <a:latin typeface="-webkit-standard"/>
                </a:rPr>
                <a:t>SSL/TLS </a:t>
              </a:r>
              <a:r>
                <a:rPr lang="pl-PL" sz="1400" b="0" i="0" u="none" strike="noStrike" err="1">
                  <a:solidFill>
                    <a:schemeClr val="bg1">
                      <a:lumMod val="95000"/>
                    </a:schemeClr>
                  </a:solidFill>
                  <a:effectLst/>
                  <a:latin typeface="-webkit-standard"/>
                </a:rPr>
                <a:t>protocols</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preventing</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it</a:t>
              </a:r>
              <a:r>
                <a:rPr lang="pl-PL" sz="1400" b="0" i="0" u="none" strike="noStrike">
                  <a:solidFill>
                    <a:schemeClr val="bg1">
                      <a:lumMod val="95000"/>
                    </a:schemeClr>
                  </a:solidFill>
                  <a:effectLst/>
                  <a:latin typeface="-webkit-standard"/>
                </a:rPr>
                <a:t> from </a:t>
              </a:r>
              <a:r>
                <a:rPr lang="pl-PL" sz="1400" b="0" i="0" u="none" strike="noStrike" err="1">
                  <a:solidFill>
                    <a:schemeClr val="bg1">
                      <a:lumMod val="95000"/>
                    </a:schemeClr>
                  </a:solidFill>
                  <a:effectLst/>
                  <a:latin typeface="-webkit-standard"/>
                </a:rPr>
                <a:t>being</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stolen</a:t>
              </a:r>
              <a:r>
                <a:rPr lang="pl-PL" sz="1400" b="0" i="0" u="none" strike="noStrike">
                  <a:solidFill>
                    <a:schemeClr val="bg1">
                      <a:lumMod val="95000"/>
                    </a:schemeClr>
                  </a:solidFill>
                  <a:effectLst/>
                  <a:latin typeface="-webkit-standard"/>
                </a:rPr>
                <a:t>.</a:t>
              </a:r>
              <a:endParaRPr lang="pl-PL" sz="1400">
                <a:solidFill>
                  <a:schemeClr val="bg1">
                    <a:lumMod val="95000"/>
                  </a:schemeClr>
                </a:solidFill>
              </a:endParaRPr>
            </a:p>
          </p:txBody>
        </p:sp>
      </p:grpSp>
      <p:grpSp>
        <p:nvGrpSpPr>
          <p:cNvPr id="115" name="Grupa 114">
            <a:extLst>
              <a:ext uri="{FF2B5EF4-FFF2-40B4-BE49-F238E27FC236}">
                <a16:creationId xmlns:a16="http://schemas.microsoft.com/office/drawing/2014/main" id="{3F09AD45-47CB-AB67-E8CD-480CBFA4824F}"/>
              </a:ext>
            </a:extLst>
          </p:cNvPr>
          <p:cNvGrpSpPr/>
          <p:nvPr/>
        </p:nvGrpSpPr>
        <p:grpSpPr>
          <a:xfrm>
            <a:off x="6724289" y="627257"/>
            <a:ext cx="4680610" cy="1213380"/>
            <a:chOff x="6762750" y="574609"/>
            <a:chExt cx="4680610" cy="1213380"/>
          </a:xfrm>
          <a:solidFill>
            <a:srgbClr val="C00000"/>
          </a:solidFill>
        </p:grpSpPr>
        <p:sp>
          <p:nvSpPr>
            <p:cNvPr id="99" name="Element końcowy 98">
              <a:extLst>
                <a:ext uri="{FF2B5EF4-FFF2-40B4-BE49-F238E27FC236}">
                  <a16:creationId xmlns:a16="http://schemas.microsoft.com/office/drawing/2014/main" id="{026DDEAE-CA72-1B80-DCF6-44F85DBE9C01}"/>
                </a:ext>
              </a:extLst>
            </p:cNvPr>
            <p:cNvSpPr/>
            <p:nvPr/>
          </p:nvSpPr>
          <p:spPr>
            <a:xfrm>
              <a:off x="8153399" y="574609"/>
              <a:ext cx="3289961" cy="1213380"/>
            </a:xfrm>
            <a:prstGeom prst="flowChartTermina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sp>
          <p:nvSpPr>
            <p:cNvPr id="104" name="Owal 103">
              <a:extLst>
                <a:ext uri="{FF2B5EF4-FFF2-40B4-BE49-F238E27FC236}">
                  <a16:creationId xmlns:a16="http://schemas.microsoft.com/office/drawing/2014/main" id="{A37057C7-9FAC-33FC-D82A-1BFC90E7D713}"/>
                </a:ext>
              </a:extLst>
            </p:cNvPr>
            <p:cNvSpPr/>
            <p:nvPr/>
          </p:nvSpPr>
          <p:spPr>
            <a:xfrm>
              <a:off x="8044610" y="1042240"/>
              <a:ext cx="209372" cy="2198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cxnSp>
          <p:nvCxnSpPr>
            <p:cNvPr id="108" name="Łącznik prosty 107">
              <a:extLst>
                <a:ext uri="{FF2B5EF4-FFF2-40B4-BE49-F238E27FC236}">
                  <a16:creationId xmlns:a16="http://schemas.microsoft.com/office/drawing/2014/main" id="{795B99B0-2A15-0D2E-7620-5B2293FD423A}"/>
                </a:ext>
              </a:extLst>
            </p:cNvPr>
            <p:cNvCxnSpPr>
              <a:cxnSpLocks/>
            </p:cNvCxnSpPr>
            <p:nvPr/>
          </p:nvCxnSpPr>
          <p:spPr>
            <a:xfrm>
              <a:off x="6786511" y="1160399"/>
              <a:ext cx="1280441" cy="0"/>
            </a:xfrm>
            <a:prstGeom prst="line">
              <a:avLst/>
            </a:prstGeom>
            <a:grpFill/>
            <a:ln w="50800">
              <a:solidFill>
                <a:srgbClr val="99300D"/>
              </a:solidFill>
            </a:ln>
          </p:spPr>
          <p:style>
            <a:lnRef idx="1">
              <a:schemeClr val="accent1"/>
            </a:lnRef>
            <a:fillRef idx="0">
              <a:schemeClr val="accent1"/>
            </a:fillRef>
            <a:effectRef idx="0">
              <a:schemeClr val="accent1"/>
            </a:effectRef>
            <a:fontRef idx="minor">
              <a:schemeClr val="tx1"/>
            </a:fontRef>
          </p:style>
        </p:cxnSp>
        <p:cxnSp>
          <p:nvCxnSpPr>
            <p:cNvPr id="109" name="Łącznik prosty 108">
              <a:extLst>
                <a:ext uri="{FF2B5EF4-FFF2-40B4-BE49-F238E27FC236}">
                  <a16:creationId xmlns:a16="http://schemas.microsoft.com/office/drawing/2014/main" id="{2CB761F7-43DD-E66D-35D5-1077695794ED}"/>
                </a:ext>
              </a:extLst>
            </p:cNvPr>
            <p:cNvCxnSpPr>
              <a:cxnSpLocks/>
            </p:cNvCxnSpPr>
            <p:nvPr/>
          </p:nvCxnSpPr>
          <p:spPr>
            <a:xfrm>
              <a:off x="6786511" y="1170796"/>
              <a:ext cx="0" cy="527832"/>
            </a:xfrm>
            <a:prstGeom prst="line">
              <a:avLst/>
            </a:prstGeom>
            <a:grpFill/>
            <a:ln w="50800">
              <a:solidFill>
                <a:srgbClr val="99300D"/>
              </a:solidFill>
            </a:ln>
          </p:spPr>
          <p:style>
            <a:lnRef idx="1">
              <a:schemeClr val="accent1"/>
            </a:lnRef>
            <a:fillRef idx="0">
              <a:schemeClr val="accent1"/>
            </a:fillRef>
            <a:effectRef idx="0">
              <a:schemeClr val="accent1"/>
            </a:effectRef>
            <a:fontRef idx="minor">
              <a:schemeClr val="tx1"/>
            </a:fontRef>
          </p:style>
        </p:cxnSp>
        <p:sp>
          <p:nvSpPr>
            <p:cNvPr id="111" name="Dowolny kształt 110">
              <a:extLst>
                <a:ext uri="{FF2B5EF4-FFF2-40B4-BE49-F238E27FC236}">
                  <a16:creationId xmlns:a16="http://schemas.microsoft.com/office/drawing/2014/main" id="{6AD0947F-6C6B-56BB-33A3-F2D0E8A82281}"/>
                </a:ext>
              </a:extLst>
            </p:cNvPr>
            <p:cNvSpPr/>
            <p:nvPr/>
          </p:nvSpPr>
          <p:spPr>
            <a:xfrm>
              <a:off x="6762750" y="1138941"/>
              <a:ext cx="34925" cy="102484"/>
            </a:xfrm>
            <a:custGeom>
              <a:avLst/>
              <a:gdLst>
                <a:gd name="connsiteX0" fmla="*/ 19050 w 34925"/>
                <a:gd name="connsiteY0" fmla="*/ 102484 h 102484"/>
                <a:gd name="connsiteX1" fmla="*/ 15875 w 34925"/>
                <a:gd name="connsiteY1" fmla="*/ 77084 h 102484"/>
                <a:gd name="connsiteX2" fmla="*/ 15875 w 34925"/>
                <a:gd name="connsiteY2" fmla="*/ 23109 h 102484"/>
                <a:gd name="connsiteX3" fmla="*/ 25400 w 34925"/>
                <a:gd name="connsiteY3" fmla="*/ 19934 h 102484"/>
                <a:gd name="connsiteX4" fmla="*/ 15875 w 34925"/>
                <a:gd name="connsiteY4" fmla="*/ 16759 h 102484"/>
                <a:gd name="connsiteX5" fmla="*/ 6350 w 34925"/>
                <a:gd name="connsiteY5" fmla="*/ 23109 h 102484"/>
                <a:gd name="connsiteX6" fmla="*/ 9525 w 34925"/>
                <a:gd name="connsiteY6" fmla="*/ 13584 h 102484"/>
                <a:gd name="connsiteX7" fmla="*/ 34925 w 34925"/>
                <a:gd name="connsiteY7" fmla="*/ 10409 h 102484"/>
                <a:gd name="connsiteX8" fmla="*/ 19050 w 34925"/>
                <a:gd name="connsiteY8" fmla="*/ 32634 h 102484"/>
                <a:gd name="connsiteX9" fmla="*/ 22225 w 34925"/>
                <a:gd name="connsiteY9" fmla="*/ 23109 h 102484"/>
                <a:gd name="connsiteX10" fmla="*/ 28575 w 34925"/>
                <a:gd name="connsiteY10" fmla="*/ 32634 h 102484"/>
                <a:gd name="connsiteX11" fmla="*/ 25400 w 34925"/>
                <a:gd name="connsiteY11" fmla="*/ 884 h 102484"/>
                <a:gd name="connsiteX12" fmla="*/ 15875 w 34925"/>
                <a:gd name="connsiteY12" fmla="*/ 4059 h 102484"/>
                <a:gd name="connsiteX13" fmla="*/ 0 w 34925"/>
                <a:gd name="connsiteY13" fmla="*/ 4059 h 102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925" h="102484">
                  <a:moveTo>
                    <a:pt x="19050" y="102484"/>
                  </a:moveTo>
                  <a:cubicBezTo>
                    <a:pt x="17992" y="94017"/>
                    <a:pt x="17278" y="85500"/>
                    <a:pt x="15875" y="77084"/>
                  </a:cubicBezTo>
                  <a:cubicBezTo>
                    <a:pt x="11836" y="52851"/>
                    <a:pt x="4514" y="62873"/>
                    <a:pt x="15875" y="23109"/>
                  </a:cubicBezTo>
                  <a:cubicBezTo>
                    <a:pt x="16794" y="19891"/>
                    <a:pt x="22225" y="20992"/>
                    <a:pt x="25400" y="19934"/>
                  </a:cubicBezTo>
                  <a:cubicBezTo>
                    <a:pt x="22225" y="18876"/>
                    <a:pt x="19176" y="16209"/>
                    <a:pt x="15875" y="16759"/>
                  </a:cubicBezTo>
                  <a:cubicBezTo>
                    <a:pt x="12111" y="17386"/>
                    <a:pt x="9763" y="24816"/>
                    <a:pt x="6350" y="23109"/>
                  </a:cubicBezTo>
                  <a:cubicBezTo>
                    <a:pt x="3357" y="21612"/>
                    <a:pt x="6467" y="14943"/>
                    <a:pt x="9525" y="13584"/>
                  </a:cubicBezTo>
                  <a:cubicBezTo>
                    <a:pt x="17322" y="10119"/>
                    <a:pt x="26458" y="11467"/>
                    <a:pt x="34925" y="10409"/>
                  </a:cubicBezTo>
                  <a:cubicBezTo>
                    <a:pt x="19050" y="15701"/>
                    <a:pt x="26458" y="10409"/>
                    <a:pt x="19050" y="32634"/>
                  </a:cubicBezTo>
                  <a:lnTo>
                    <a:pt x="22225" y="23109"/>
                  </a:lnTo>
                  <a:cubicBezTo>
                    <a:pt x="24342" y="26284"/>
                    <a:pt x="28035" y="36412"/>
                    <a:pt x="28575" y="32634"/>
                  </a:cubicBezTo>
                  <a:cubicBezTo>
                    <a:pt x="30079" y="22105"/>
                    <a:pt x="29720" y="10603"/>
                    <a:pt x="25400" y="884"/>
                  </a:cubicBezTo>
                  <a:cubicBezTo>
                    <a:pt x="24041" y="-2174"/>
                    <a:pt x="19196" y="3644"/>
                    <a:pt x="15875" y="4059"/>
                  </a:cubicBezTo>
                  <a:cubicBezTo>
                    <a:pt x="10624" y="4715"/>
                    <a:pt x="5292" y="4059"/>
                    <a:pt x="0" y="4059"/>
                  </a:cubicBezTo>
                </a:path>
              </a:pathLst>
            </a:custGeom>
            <a:grpFill/>
            <a:ln>
              <a:solidFill>
                <a:srgbClr val="993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sp>
          <p:nvSpPr>
            <p:cNvPr id="114" name="Dowolny kształt 113">
              <a:extLst>
                <a:ext uri="{FF2B5EF4-FFF2-40B4-BE49-F238E27FC236}">
                  <a16:creationId xmlns:a16="http://schemas.microsoft.com/office/drawing/2014/main" id="{3F70D8E7-89D5-2D83-1CDA-484FB1DAA79C}"/>
                </a:ext>
              </a:extLst>
            </p:cNvPr>
            <p:cNvSpPr/>
            <p:nvPr/>
          </p:nvSpPr>
          <p:spPr>
            <a:xfrm>
              <a:off x="6770240" y="1172691"/>
              <a:ext cx="11560" cy="27459"/>
            </a:xfrm>
            <a:custGeom>
              <a:avLst/>
              <a:gdLst>
                <a:gd name="connsiteX0" fmla="*/ 11560 w 11560"/>
                <a:gd name="connsiteY0" fmla="*/ 27459 h 27459"/>
                <a:gd name="connsiteX1" fmla="*/ 2035 w 11560"/>
                <a:gd name="connsiteY1" fmla="*/ 5234 h 27459"/>
                <a:gd name="connsiteX2" fmla="*/ 11560 w 11560"/>
                <a:gd name="connsiteY2" fmla="*/ 27459 h 27459"/>
              </a:gdLst>
              <a:ahLst/>
              <a:cxnLst>
                <a:cxn ang="0">
                  <a:pos x="connsiteX0" y="connsiteY0"/>
                </a:cxn>
                <a:cxn ang="0">
                  <a:pos x="connsiteX1" y="connsiteY1"/>
                </a:cxn>
                <a:cxn ang="0">
                  <a:pos x="connsiteX2" y="connsiteY2"/>
                </a:cxn>
              </a:cxnLst>
              <a:rect l="l" t="t" r="r" b="b"/>
              <a:pathLst>
                <a:path w="11560" h="27459">
                  <a:moveTo>
                    <a:pt x="11560" y="27459"/>
                  </a:moveTo>
                  <a:cubicBezTo>
                    <a:pt x="11560" y="27459"/>
                    <a:pt x="5028" y="12718"/>
                    <a:pt x="2035" y="5234"/>
                  </a:cubicBezTo>
                  <a:cubicBezTo>
                    <a:pt x="-5812" y="-14383"/>
                    <a:pt x="11560" y="27459"/>
                    <a:pt x="11560" y="27459"/>
                  </a:cubicBezTo>
                  <a:close/>
                </a:path>
              </a:pathLst>
            </a:custGeom>
            <a:grpFill/>
            <a:ln>
              <a:solidFill>
                <a:srgbClr val="993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grpSp>
      <p:grpSp>
        <p:nvGrpSpPr>
          <p:cNvPr id="121" name="Grupa 120">
            <a:extLst>
              <a:ext uri="{FF2B5EF4-FFF2-40B4-BE49-F238E27FC236}">
                <a16:creationId xmlns:a16="http://schemas.microsoft.com/office/drawing/2014/main" id="{687D891B-1451-BA20-30FA-3AC8CE852FE3}"/>
              </a:ext>
            </a:extLst>
          </p:cNvPr>
          <p:cNvGrpSpPr/>
          <p:nvPr/>
        </p:nvGrpSpPr>
        <p:grpSpPr>
          <a:xfrm>
            <a:off x="6791673" y="5060223"/>
            <a:ext cx="4652903" cy="1213380"/>
            <a:chOff x="6790457" y="5054377"/>
            <a:chExt cx="4652903" cy="1213380"/>
          </a:xfrm>
          <a:solidFill>
            <a:srgbClr val="632F8D"/>
          </a:solidFill>
        </p:grpSpPr>
        <p:sp>
          <p:nvSpPr>
            <p:cNvPr id="98" name="Element końcowy 97">
              <a:extLst>
                <a:ext uri="{FF2B5EF4-FFF2-40B4-BE49-F238E27FC236}">
                  <a16:creationId xmlns:a16="http://schemas.microsoft.com/office/drawing/2014/main" id="{5B53D7A4-933E-235D-7E49-B6CAF65A3917}"/>
                </a:ext>
              </a:extLst>
            </p:cNvPr>
            <p:cNvSpPr/>
            <p:nvPr/>
          </p:nvSpPr>
          <p:spPr>
            <a:xfrm>
              <a:off x="8153399" y="5054377"/>
              <a:ext cx="3289961" cy="1213380"/>
            </a:xfrm>
            <a:prstGeom prst="flowChartTermina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sp>
          <p:nvSpPr>
            <p:cNvPr id="105" name="Owal 104">
              <a:extLst>
                <a:ext uri="{FF2B5EF4-FFF2-40B4-BE49-F238E27FC236}">
                  <a16:creationId xmlns:a16="http://schemas.microsoft.com/office/drawing/2014/main" id="{55DB4E60-1267-61EB-4F16-ADC729D10D1B}"/>
                </a:ext>
              </a:extLst>
            </p:cNvPr>
            <p:cNvSpPr/>
            <p:nvPr/>
          </p:nvSpPr>
          <p:spPr>
            <a:xfrm>
              <a:off x="8066952" y="5610601"/>
              <a:ext cx="209372" cy="2198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cxnSp>
          <p:nvCxnSpPr>
            <p:cNvPr id="106" name="Łącznik prosty 105">
              <a:extLst>
                <a:ext uri="{FF2B5EF4-FFF2-40B4-BE49-F238E27FC236}">
                  <a16:creationId xmlns:a16="http://schemas.microsoft.com/office/drawing/2014/main" id="{B32451D2-1EEF-B2D1-16BB-9A97BD9667C0}"/>
                </a:ext>
              </a:extLst>
            </p:cNvPr>
            <p:cNvCxnSpPr>
              <a:cxnSpLocks/>
            </p:cNvCxnSpPr>
            <p:nvPr/>
          </p:nvCxnSpPr>
          <p:spPr>
            <a:xfrm>
              <a:off x="6814888" y="5727742"/>
              <a:ext cx="1293308" cy="1075"/>
            </a:xfrm>
            <a:prstGeom prst="line">
              <a:avLst/>
            </a:prstGeom>
            <a:grpFill/>
            <a:ln w="50800">
              <a:solidFill>
                <a:srgbClr val="632F8D"/>
              </a:solidFill>
            </a:ln>
          </p:spPr>
          <p:style>
            <a:lnRef idx="1">
              <a:schemeClr val="accent1"/>
            </a:lnRef>
            <a:fillRef idx="0">
              <a:schemeClr val="accent1"/>
            </a:fillRef>
            <a:effectRef idx="0">
              <a:schemeClr val="accent1"/>
            </a:effectRef>
            <a:fontRef idx="minor">
              <a:schemeClr val="tx1"/>
            </a:fontRef>
          </p:style>
        </p:cxnSp>
        <p:cxnSp>
          <p:nvCxnSpPr>
            <p:cNvPr id="107" name="Łącznik prosty 106">
              <a:extLst>
                <a:ext uri="{FF2B5EF4-FFF2-40B4-BE49-F238E27FC236}">
                  <a16:creationId xmlns:a16="http://schemas.microsoft.com/office/drawing/2014/main" id="{BBE6E909-C492-E018-975D-F56561F9BF92}"/>
                </a:ext>
              </a:extLst>
            </p:cNvPr>
            <p:cNvCxnSpPr>
              <a:cxnSpLocks/>
            </p:cNvCxnSpPr>
            <p:nvPr/>
          </p:nvCxnSpPr>
          <p:spPr>
            <a:xfrm flipV="1">
              <a:off x="6814888" y="5121053"/>
              <a:ext cx="0" cy="606689"/>
            </a:xfrm>
            <a:prstGeom prst="line">
              <a:avLst/>
            </a:prstGeom>
            <a:grpFill/>
            <a:ln w="50800">
              <a:solidFill>
                <a:srgbClr val="632F8D"/>
              </a:solidFill>
            </a:ln>
          </p:spPr>
          <p:style>
            <a:lnRef idx="1">
              <a:schemeClr val="accent1"/>
            </a:lnRef>
            <a:fillRef idx="0">
              <a:schemeClr val="accent1"/>
            </a:fillRef>
            <a:effectRef idx="0">
              <a:schemeClr val="accent1"/>
            </a:effectRef>
            <a:fontRef idx="minor">
              <a:schemeClr val="tx1"/>
            </a:fontRef>
          </p:style>
        </p:cxnSp>
        <p:sp>
          <p:nvSpPr>
            <p:cNvPr id="120" name="Dowolny kształt 119">
              <a:extLst>
                <a:ext uri="{FF2B5EF4-FFF2-40B4-BE49-F238E27FC236}">
                  <a16:creationId xmlns:a16="http://schemas.microsoft.com/office/drawing/2014/main" id="{672D8771-4F12-1B1D-EFAC-8DB7097A2F86}"/>
                </a:ext>
              </a:extLst>
            </p:cNvPr>
            <p:cNvSpPr/>
            <p:nvPr/>
          </p:nvSpPr>
          <p:spPr>
            <a:xfrm>
              <a:off x="6790457" y="5630779"/>
              <a:ext cx="33855" cy="115503"/>
            </a:xfrm>
            <a:custGeom>
              <a:avLst/>
              <a:gdLst>
                <a:gd name="connsiteX0" fmla="*/ 33855 w 33855"/>
                <a:gd name="connsiteY0" fmla="*/ 0 h 115503"/>
                <a:gd name="connsiteX1" fmla="*/ 29042 w 33855"/>
                <a:gd name="connsiteY1" fmla="*/ 33688 h 115503"/>
                <a:gd name="connsiteX2" fmla="*/ 19417 w 33855"/>
                <a:gd name="connsiteY2" fmla="*/ 62564 h 115503"/>
                <a:gd name="connsiteX3" fmla="*/ 14604 w 33855"/>
                <a:gd name="connsiteY3" fmla="*/ 77002 h 115503"/>
                <a:gd name="connsiteX4" fmla="*/ 9791 w 33855"/>
                <a:gd name="connsiteY4" fmla="*/ 101065 h 115503"/>
                <a:gd name="connsiteX5" fmla="*/ 14604 w 33855"/>
                <a:gd name="connsiteY5" fmla="*/ 115503 h 115503"/>
                <a:gd name="connsiteX6" fmla="*/ 24229 w 33855"/>
                <a:gd name="connsiteY6" fmla="*/ 101065 h 115503"/>
                <a:gd name="connsiteX7" fmla="*/ 9791 w 33855"/>
                <a:gd name="connsiteY7" fmla="*/ 96253 h 115503"/>
                <a:gd name="connsiteX8" fmla="*/ 166 w 33855"/>
                <a:gd name="connsiteY8" fmla="*/ 110690 h 115503"/>
                <a:gd name="connsiteX9" fmla="*/ 14604 w 33855"/>
                <a:gd name="connsiteY9" fmla="*/ 115503 h 115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855" h="115503">
                  <a:moveTo>
                    <a:pt x="33855" y="0"/>
                  </a:moveTo>
                  <a:cubicBezTo>
                    <a:pt x="32251" y="11229"/>
                    <a:pt x="31593" y="22635"/>
                    <a:pt x="29042" y="33688"/>
                  </a:cubicBezTo>
                  <a:cubicBezTo>
                    <a:pt x="26761" y="43574"/>
                    <a:pt x="22625" y="52939"/>
                    <a:pt x="19417" y="62564"/>
                  </a:cubicBezTo>
                  <a:cubicBezTo>
                    <a:pt x="17813" y="67377"/>
                    <a:pt x="15599" y="72027"/>
                    <a:pt x="14604" y="77002"/>
                  </a:cubicBezTo>
                  <a:lnTo>
                    <a:pt x="9791" y="101065"/>
                  </a:lnTo>
                  <a:cubicBezTo>
                    <a:pt x="11395" y="105878"/>
                    <a:pt x="9531" y="115503"/>
                    <a:pt x="14604" y="115503"/>
                  </a:cubicBezTo>
                  <a:cubicBezTo>
                    <a:pt x="20388" y="115503"/>
                    <a:pt x="25632" y="106676"/>
                    <a:pt x="24229" y="101065"/>
                  </a:cubicBezTo>
                  <a:cubicBezTo>
                    <a:pt x="22999" y="96144"/>
                    <a:pt x="14604" y="97857"/>
                    <a:pt x="9791" y="96253"/>
                  </a:cubicBezTo>
                  <a:cubicBezTo>
                    <a:pt x="6583" y="101065"/>
                    <a:pt x="-1237" y="105079"/>
                    <a:pt x="166" y="110690"/>
                  </a:cubicBezTo>
                  <a:cubicBezTo>
                    <a:pt x="1397" y="115612"/>
                    <a:pt x="14604" y="115503"/>
                    <a:pt x="14604" y="115503"/>
                  </a:cubicBezTo>
                </a:path>
              </a:pathLst>
            </a:custGeom>
            <a:grpFill/>
            <a:ln>
              <a:solidFill>
                <a:srgbClr val="632F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grpSp>
      <p:sp>
        <p:nvSpPr>
          <p:cNvPr id="122" name="pole tekstowe 121">
            <a:extLst>
              <a:ext uri="{FF2B5EF4-FFF2-40B4-BE49-F238E27FC236}">
                <a16:creationId xmlns:a16="http://schemas.microsoft.com/office/drawing/2014/main" id="{E030F9AB-C85D-D1BF-FB70-7C5239DAEE47}"/>
              </a:ext>
            </a:extLst>
          </p:cNvPr>
          <p:cNvSpPr txBox="1"/>
          <p:nvPr/>
        </p:nvSpPr>
        <p:spPr>
          <a:xfrm>
            <a:off x="8395910" y="772599"/>
            <a:ext cx="2728015" cy="954107"/>
          </a:xfrm>
          <a:prstGeom prst="rect">
            <a:avLst/>
          </a:prstGeom>
          <a:noFill/>
        </p:spPr>
        <p:txBody>
          <a:bodyPr wrap="square" rtlCol="0">
            <a:spAutoFit/>
          </a:bodyPr>
          <a:lstStyle/>
          <a:p>
            <a:pPr algn="ctr"/>
            <a:r>
              <a:rPr lang="pl-PL" sz="1400" b="0" i="0" u="none" strike="noStrike">
                <a:solidFill>
                  <a:schemeClr val="bg1">
                    <a:lumMod val="95000"/>
                  </a:schemeClr>
                </a:solidFill>
                <a:effectLst/>
                <a:latin typeface="-webkit-standard"/>
              </a:rPr>
              <a:t>In the </a:t>
            </a:r>
            <a:r>
              <a:rPr lang="pl-PL" sz="1400" b="0" i="0" u="none" strike="noStrike" err="1">
                <a:solidFill>
                  <a:schemeClr val="bg1">
                    <a:lumMod val="95000"/>
                  </a:schemeClr>
                </a:solidFill>
                <a:effectLst/>
                <a:latin typeface="-webkit-standard"/>
              </a:rPr>
              <a:t>future</a:t>
            </a:r>
            <a:r>
              <a:rPr lang="pl-PL" sz="1400" b="0" i="0" u="none" strike="noStrike">
                <a:solidFill>
                  <a:schemeClr val="bg1">
                    <a:lumMod val="95000"/>
                  </a:schemeClr>
                </a:solidFill>
                <a:effectLst/>
                <a:latin typeface="-webkit-standard"/>
              </a:rPr>
              <a:t>, we </a:t>
            </a:r>
            <a:r>
              <a:rPr lang="pl-PL" sz="1400" b="0" i="0" u="none" strike="noStrike" err="1">
                <a:solidFill>
                  <a:schemeClr val="bg1">
                    <a:lumMod val="95000"/>
                  </a:schemeClr>
                </a:solidFill>
                <a:effectLst/>
                <a:latin typeface="-webkit-standard"/>
              </a:rPr>
              <a:t>will</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also</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conduct</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regular</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security</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tests</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such</a:t>
            </a:r>
            <a:r>
              <a:rPr lang="pl-PL" sz="1400" b="0" i="0" u="none" strike="noStrike">
                <a:solidFill>
                  <a:schemeClr val="bg1">
                    <a:lumMod val="95000"/>
                  </a:schemeClr>
                </a:solidFill>
                <a:effectLst/>
                <a:latin typeface="-webkit-standard"/>
              </a:rPr>
              <a:t> as </a:t>
            </a:r>
            <a:r>
              <a:rPr lang="pl-PL" sz="1400" b="1" i="0" u="none" strike="noStrike" err="1">
                <a:solidFill>
                  <a:schemeClr val="bg1">
                    <a:lumMod val="95000"/>
                  </a:schemeClr>
                </a:solidFill>
                <a:effectLst/>
                <a:latin typeface="-webkit-standard"/>
              </a:rPr>
              <a:t>penetration</a:t>
            </a:r>
            <a:r>
              <a:rPr lang="pl-PL" sz="1400" b="1" i="0" u="none" strike="noStrike">
                <a:solidFill>
                  <a:schemeClr val="bg1">
                    <a:lumMod val="95000"/>
                  </a:schemeClr>
                </a:solidFill>
                <a:effectLst/>
                <a:latin typeface="-webkit-standard"/>
              </a:rPr>
              <a:t> </a:t>
            </a:r>
            <a:r>
              <a:rPr lang="pl-PL" sz="1400" b="1" i="0" u="none" strike="noStrike" err="1">
                <a:solidFill>
                  <a:schemeClr val="bg1">
                    <a:lumMod val="95000"/>
                  </a:schemeClr>
                </a:solidFill>
                <a:effectLst/>
                <a:latin typeface="-webkit-standard"/>
              </a:rPr>
              <a:t>testing</a:t>
            </a:r>
            <a:r>
              <a:rPr lang="pl-PL" sz="1400" b="0" i="0" u="none" strike="noStrike">
                <a:solidFill>
                  <a:schemeClr val="bg1">
                    <a:lumMod val="95000"/>
                  </a:schemeClr>
                </a:solidFill>
                <a:effectLst/>
                <a:latin typeface="-webkit-standard"/>
              </a:rPr>
              <a:t>, to </a:t>
            </a:r>
            <a:r>
              <a:rPr lang="pl-PL" sz="1400" b="0" i="0" u="none" strike="noStrike" err="1">
                <a:solidFill>
                  <a:schemeClr val="bg1">
                    <a:lumMod val="95000"/>
                  </a:schemeClr>
                </a:solidFill>
                <a:effectLst/>
                <a:latin typeface="-webkit-standard"/>
              </a:rPr>
              <a:t>find</a:t>
            </a:r>
            <a:r>
              <a:rPr lang="pl-PL" sz="1400" b="0" i="0" u="none" strike="noStrike">
                <a:solidFill>
                  <a:schemeClr val="bg1">
                    <a:lumMod val="95000"/>
                  </a:schemeClr>
                </a:solidFill>
                <a:effectLst/>
                <a:latin typeface="-webkit-standard"/>
              </a:rPr>
              <a:t> and </a:t>
            </a:r>
            <a:r>
              <a:rPr lang="pl-PL" sz="1400" b="0" i="0" u="none" strike="noStrike" err="1">
                <a:solidFill>
                  <a:schemeClr val="bg1">
                    <a:lumMod val="95000"/>
                  </a:schemeClr>
                </a:solidFill>
                <a:effectLst/>
                <a:latin typeface="-webkit-standard"/>
              </a:rPr>
              <a:t>fix</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vulnerabilities</a:t>
            </a:r>
            <a:r>
              <a:rPr lang="pl-PL" sz="1400" b="0" i="0" u="none" strike="noStrike">
                <a:solidFill>
                  <a:schemeClr val="bg1">
                    <a:lumMod val="95000"/>
                  </a:schemeClr>
                </a:solidFill>
                <a:effectLst/>
                <a:latin typeface="-webkit-standard"/>
              </a:rPr>
              <a:t>.</a:t>
            </a:r>
            <a:endParaRPr lang="pl-PL" sz="1400">
              <a:solidFill>
                <a:schemeClr val="bg1">
                  <a:lumMod val="95000"/>
                </a:schemeClr>
              </a:solidFill>
            </a:endParaRPr>
          </a:p>
        </p:txBody>
      </p:sp>
      <p:sp>
        <p:nvSpPr>
          <p:cNvPr id="123" name="Element końcowy 122">
            <a:extLst>
              <a:ext uri="{FF2B5EF4-FFF2-40B4-BE49-F238E27FC236}">
                <a16:creationId xmlns:a16="http://schemas.microsoft.com/office/drawing/2014/main" id="{5417F264-8CEC-0F7D-DAEC-2184BEC9210A}"/>
              </a:ext>
            </a:extLst>
          </p:cNvPr>
          <p:cNvSpPr/>
          <p:nvPr/>
        </p:nvSpPr>
        <p:spPr>
          <a:xfrm>
            <a:off x="348993" y="2701752"/>
            <a:ext cx="3302250" cy="1202926"/>
          </a:xfrm>
          <a:prstGeom prst="flowChartTerminator">
            <a:avLst/>
          </a:prstGeom>
          <a:solidFill>
            <a:srgbClr val="9836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sp>
        <p:nvSpPr>
          <p:cNvPr id="124" name="Element końcowy 123">
            <a:extLst>
              <a:ext uri="{FF2B5EF4-FFF2-40B4-BE49-F238E27FC236}">
                <a16:creationId xmlns:a16="http://schemas.microsoft.com/office/drawing/2014/main" id="{0B6EAA27-16EC-0FBA-FF3D-492CEF341DAB}"/>
              </a:ext>
            </a:extLst>
          </p:cNvPr>
          <p:cNvSpPr/>
          <p:nvPr/>
        </p:nvSpPr>
        <p:spPr>
          <a:xfrm>
            <a:off x="8610600" y="2701752"/>
            <a:ext cx="3302250" cy="1202926"/>
          </a:xfrm>
          <a:prstGeom prst="flowChartTerminator">
            <a:avLst/>
          </a:prstGeom>
          <a:solidFill>
            <a:srgbClr val="0D92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6" name="Owal 125">
            <a:extLst>
              <a:ext uri="{FF2B5EF4-FFF2-40B4-BE49-F238E27FC236}">
                <a16:creationId xmlns:a16="http://schemas.microsoft.com/office/drawing/2014/main" id="{A112FE0D-D852-DAE9-DB1E-763060887FA5}"/>
              </a:ext>
            </a:extLst>
          </p:cNvPr>
          <p:cNvSpPr/>
          <p:nvPr/>
        </p:nvSpPr>
        <p:spPr>
          <a:xfrm>
            <a:off x="3528099" y="3193273"/>
            <a:ext cx="209372" cy="219883"/>
          </a:xfrm>
          <a:prstGeom prst="ellipse">
            <a:avLst/>
          </a:prstGeom>
          <a:solidFill>
            <a:srgbClr val="9836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cxnSp>
        <p:nvCxnSpPr>
          <p:cNvPr id="134" name="Łącznik prosty 133">
            <a:extLst>
              <a:ext uri="{FF2B5EF4-FFF2-40B4-BE49-F238E27FC236}">
                <a16:creationId xmlns:a16="http://schemas.microsoft.com/office/drawing/2014/main" id="{9E6E345E-A3B1-8D9F-8683-3E45F440B9C6}"/>
              </a:ext>
            </a:extLst>
          </p:cNvPr>
          <p:cNvCxnSpPr>
            <a:cxnSpLocks/>
          </p:cNvCxnSpPr>
          <p:nvPr/>
        </p:nvCxnSpPr>
        <p:spPr>
          <a:xfrm>
            <a:off x="3675769" y="3301216"/>
            <a:ext cx="696274" cy="0"/>
          </a:xfrm>
          <a:prstGeom prst="line">
            <a:avLst/>
          </a:prstGeom>
          <a:ln w="50800">
            <a:solidFill>
              <a:srgbClr val="98368F"/>
            </a:solidFill>
          </a:ln>
        </p:spPr>
        <p:style>
          <a:lnRef idx="1">
            <a:schemeClr val="accent1"/>
          </a:lnRef>
          <a:fillRef idx="0">
            <a:schemeClr val="accent1"/>
          </a:fillRef>
          <a:effectRef idx="0">
            <a:schemeClr val="accent1"/>
          </a:effectRef>
          <a:fontRef idx="minor">
            <a:schemeClr val="tx1"/>
          </a:fontRef>
        </p:style>
      </p:cxnSp>
      <p:sp>
        <p:nvSpPr>
          <p:cNvPr id="137" name="Owal 136">
            <a:extLst>
              <a:ext uri="{FF2B5EF4-FFF2-40B4-BE49-F238E27FC236}">
                <a16:creationId xmlns:a16="http://schemas.microsoft.com/office/drawing/2014/main" id="{5E5D7E76-927B-AA80-75E2-6E581549971B}"/>
              </a:ext>
            </a:extLst>
          </p:cNvPr>
          <p:cNvSpPr/>
          <p:nvPr/>
        </p:nvSpPr>
        <p:spPr>
          <a:xfrm>
            <a:off x="8505914" y="3249796"/>
            <a:ext cx="209372" cy="219883"/>
          </a:xfrm>
          <a:prstGeom prst="ellipse">
            <a:avLst/>
          </a:prstGeom>
          <a:solidFill>
            <a:srgbClr val="0D92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bg1">
                  <a:lumMod val="95000"/>
                </a:schemeClr>
              </a:solidFill>
            </a:endParaRPr>
          </a:p>
        </p:txBody>
      </p:sp>
      <p:cxnSp>
        <p:nvCxnSpPr>
          <p:cNvPr id="138" name="Łącznik prosty 137">
            <a:extLst>
              <a:ext uri="{FF2B5EF4-FFF2-40B4-BE49-F238E27FC236}">
                <a16:creationId xmlns:a16="http://schemas.microsoft.com/office/drawing/2014/main" id="{E87B26F1-46AD-2997-64A9-25AB531F7FCA}"/>
              </a:ext>
            </a:extLst>
          </p:cNvPr>
          <p:cNvCxnSpPr>
            <a:cxnSpLocks/>
          </p:cNvCxnSpPr>
          <p:nvPr/>
        </p:nvCxnSpPr>
        <p:spPr>
          <a:xfrm>
            <a:off x="7824717" y="3359737"/>
            <a:ext cx="696274" cy="0"/>
          </a:xfrm>
          <a:prstGeom prst="line">
            <a:avLst/>
          </a:prstGeom>
          <a:ln w="50800">
            <a:solidFill>
              <a:srgbClr val="0D9270"/>
            </a:solidFill>
          </a:ln>
        </p:spPr>
        <p:style>
          <a:lnRef idx="1">
            <a:schemeClr val="accent1"/>
          </a:lnRef>
          <a:fillRef idx="0">
            <a:schemeClr val="accent1"/>
          </a:fillRef>
          <a:effectRef idx="0">
            <a:schemeClr val="accent1"/>
          </a:effectRef>
          <a:fontRef idx="minor">
            <a:schemeClr val="tx1"/>
          </a:fontRef>
        </p:style>
      </p:cxnSp>
      <p:sp>
        <p:nvSpPr>
          <p:cNvPr id="139" name="pole tekstowe 138">
            <a:extLst>
              <a:ext uri="{FF2B5EF4-FFF2-40B4-BE49-F238E27FC236}">
                <a16:creationId xmlns:a16="http://schemas.microsoft.com/office/drawing/2014/main" id="{B12AF33E-2DF1-6EC7-0566-4B62A0162681}"/>
              </a:ext>
            </a:extLst>
          </p:cNvPr>
          <p:cNvSpPr txBox="1"/>
          <p:nvPr/>
        </p:nvSpPr>
        <p:spPr>
          <a:xfrm>
            <a:off x="566386" y="2858066"/>
            <a:ext cx="2769618" cy="954107"/>
          </a:xfrm>
          <a:prstGeom prst="rect">
            <a:avLst/>
          </a:prstGeom>
          <a:noFill/>
        </p:spPr>
        <p:txBody>
          <a:bodyPr wrap="square" rtlCol="0">
            <a:spAutoFit/>
          </a:bodyPr>
          <a:lstStyle/>
          <a:p>
            <a:pPr algn="ctr"/>
            <a:r>
              <a:rPr lang="pl-PL" sz="1400" b="0" i="0" u="none" strike="noStrike">
                <a:solidFill>
                  <a:schemeClr val="bg1">
                    <a:lumMod val="95000"/>
                  </a:schemeClr>
                </a:solidFill>
                <a:effectLst/>
                <a:latin typeface="-webkit-standard"/>
              </a:rPr>
              <a:t>We </a:t>
            </a:r>
            <a:r>
              <a:rPr lang="pl-PL" sz="1400" b="0" i="0" u="none" strike="noStrike" err="1">
                <a:solidFill>
                  <a:schemeClr val="bg1">
                    <a:lumMod val="95000"/>
                  </a:schemeClr>
                </a:solidFill>
                <a:effectLst/>
                <a:latin typeface="-webkit-standard"/>
              </a:rPr>
              <a:t>will</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also</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implement</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two-factor</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authentication</a:t>
            </a:r>
            <a:r>
              <a:rPr lang="pl-PL" sz="1400" b="0" i="0" u="none" strike="noStrike">
                <a:solidFill>
                  <a:schemeClr val="bg1">
                    <a:lumMod val="95000"/>
                  </a:schemeClr>
                </a:solidFill>
                <a:effectLst/>
                <a:latin typeface="-webkit-standard"/>
              </a:rPr>
              <a:t> </a:t>
            </a:r>
            <a:r>
              <a:rPr lang="pl-PL" sz="1400" b="1" i="0" u="none" strike="noStrike">
                <a:solidFill>
                  <a:schemeClr val="bg1">
                    <a:lumMod val="95000"/>
                  </a:schemeClr>
                </a:solidFill>
                <a:effectLst/>
                <a:latin typeface="-webkit-standard"/>
              </a:rPr>
              <a:t>(2FA) </a:t>
            </a:r>
            <a:r>
              <a:rPr lang="pl-PL" sz="1400" b="0" i="0" u="none" strike="noStrike">
                <a:solidFill>
                  <a:schemeClr val="bg1">
                    <a:lumMod val="95000"/>
                  </a:schemeClr>
                </a:solidFill>
                <a:effectLst/>
                <a:latin typeface="-webkit-standard"/>
              </a:rPr>
              <a:t>to </a:t>
            </a:r>
            <a:r>
              <a:rPr lang="pl-PL" sz="1400" b="0" i="0" u="none" strike="noStrike" err="1">
                <a:solidFill>
                  <a:schemeClr val="bg1">
                    <a:lumMod val="95000"/>
                  </a:schemeClr>
                </a:solidFill>
                <a:effectLst/>
                <a:latin typeface="-webkit-standard"/>
              </a:rPr>
              <a:t>add</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an</a:t>
            </a:r>
            <a:r>
              <a:rPr lang="pl-PL" sz="1400" b="0" i="0" u="none" strike="noStrike">
                <a:solidFill>
                  <a:schemeClr val="bg1">
                    <a:lumMod val="95000"/>
                  </a:schemeClr>
                </a:solidFill>
                <a:effectLst/>
                <a:latin typeface="-webkit-standard"/>
              </a:rPr>
              <a:t> extra </a:t>
            </a:r>
            <a:r>
              <a:rPr lang="pl-PL" sz="1400" b="0" i="0" u="none" strike="noStrike" err="1">
                <a:solidFill>
                  <a:schemeClr val="bg1">
                    <a:lumMod val="95000"/>
                  </a:schemeClr>
                </a:solidFill>
                <a:effectLst/>
                <a:latin typeface="-webkit-standard"/>
              </a:rPr>
              <a:t>layer</a:t>
            </a:r>
            <a:r>
              <a:rPr lang="pl-PL" sz="1400" b="0" i="0" u="none" strike="noStrike">
                <a:solidFill>
                  <a:schemeClr val="bg1">
                    <a:lumMod val="95000"/>
                  </a:schemeClr>
                </a:solidFill>
                <a:effectLst/>
                <a:latin typeface="-webkit-standard"/>
              </a:rPr>
              <a:t> of </a:t>
            </a:r>
            <a:r>
              <a:rPr lang="pl-PL" sz="1400" b="0" i="0" u="none" strike="noStrike" err="1">
                <a:solidFill>
                  <a:schemeClr val="bg1">
                    <a:lumMod val="95000"/>
                  </a:schemeClr>
                </a:solidFill>
                <a:effectLst/>
                <a:latin typeface="-webkit-standard"/>
              </a:rPr>
              <a:t>protection</a:t>
            </a:r>
            <a:r>
              <a:rPr lang="pl-PL" sz="1400" b="0" i="0" u="none" strike="noStrike">
                <a:solidFill>
                  <a:schemeClr val="bg1">
                    <a:lumMod val="95000"/>
                  </a:schemeClr>
                </a:solidFill>
                <a:effectLst/>
                <a:latin typeface="-webkit-standard"/>
              </a:rPr>
              <a:t> to </a:t>
            </a:r>
            <a:r>
              <a:rPr lang="pl-PL" sz="1400" b="0" i="0" u="none" strike="noStrike" err="1">
                <a:solidFill>
                  <a:schemeClr val="bg1">
                    <a:lumMod val="95000"/>
                  </a:schemeClr>
                </a:solidFill>
                <a:effectLst/>
                <a:latin typeface="-webkit-standard"/>
              </a:rPr>
              <a:t>user</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accounts</a:t>
            </a:r>
            <a:r>
              <a:rPr lang="pl-PL" sz="1400" b="0" i="0" u="none" strike="noStrike">
                <a:solidFill>
                  <a:schemeClr val="bg1">
                    <a:lumMod val="95000"/>
                  </a:schemeClr>
                </a:solidFill>
                <a:effectLst/>
                <a:latin typeface="-webkit-standard"/>
              </a:rPr>
              <a:t>.</a:t>
            </a:r>
            <a:endParaRPr lang="pl-PL" sz="1400">
              <a:solidFill>
                <a:schemeClr val="bg1">
                  <a:lumMod val="95000"/>
                </a:schemeClr>
              </a:solidFill>
            </a:endParaRPr>
          </a:p>
        </p:txBody>
      </p:sp>
      <p:sp>
        <p:nvSpPr>
          <p:cNvPr id="140" name="pole tekstowe 139">
            <a:extLst>
              <a:ext uri="{FF2B5EF4-FFF2-40B4-BE49-F238E27FC236}">
                <a16:creationId xmlns:a16="http://schemas.microsoft.com/office/drawing/2014/main" id="{A8ACB0D3-32B5-9293-4CC4-442EAE5A13BD}"/>
              </a:ext>
            </a:extLst>
          </p:cNvPr>
          <p:cNvSpPr txBox="1"/>
          <p:nvPr/>
        </p:nvSpPr>
        <p:spPr>
          <a:xfrm>
            <a:off x="8819972" y="2858066"/>
            <a:ext cx="2854712" cy="954107"/>
          </a:xfrm>
          <a:prstGeom prst="rect">
            <a:avLst/>
          </a:prstGeom>
          <a:noFill/>
        </p:spPr>
        <p:txBody>
          <a:bodyPr wrap="square" rtlCol="0">
            <a:spAutoFit/>
          </a:bodyPr>
          <a:lstStyle/>
          <a:p>
            <a:pPr algn="ctr"/>
            <a:r>
              <a:rPr lang="pl-PL" sz="1400" b="0" i="0" u="none" strike="noStrike">
                <a:solidFill>
                  <a:schemeClr val="bg1">
                    <a:lumMod val="95000"/>
                  </a:schemeClr>
                </a:solidFill>
                <a:effectLst/>
                <a:latin typeface="-webkit-standard"/>
              </a:rPr>
              <a:t>We plan to </a:t>
            </a:r>
            <a:r>
              <a:rPr lang="pl-PL" sz="1400" b="0" i="0" u="none" strike="noStrike" err="1">
                <a:solidFill>
                  <a:schemeClr val="bg1">
                    <a:lumMod val="95000"/>
                  </a:schemeClr>
                </a:solidFill>
                <a:effectLst/>
                <a:latin typeface="-webkit-standard"/>
              </a:rPr>
              <a:t>use</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intrusion</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detection</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systems</a:t>
            </a:r>
            <a:r>
              <a:rPr lang="pl-PL" sz="1400" b="0" i="0" u="none" strike="noStrike">
                <a:solidFill>
                  <a:schemeClr val="bg1">
                    <a:lumMod val="95000"/>
                  </a:schemeClr>
                </a:solidFill>
                <a:effectLst/>
                <a:latin typeface="-webkit-standard"/>
              </a:rPr>
              <a:t> </a:t>
            </a:r>
            <a:r>
              <a:rPr lang="pl-PL" sz="1400" b="1" i="0" u="none" strike="noStrike">
                <a:solidFill>
                  <a:schemeClr val="bg1">
                    <a:lumMod val="95000"/>
                  </a:schemeClr>
                </a:solidFill>
                <a:effectLst/>
                <a:latin typeface="-webkit-standard"/>
              </a:rPr>
              <a:t>(IDS) </a:t>
            </a:r>
            <a:r>
              <a:rPr lang="pl-PL" sz="1400" b="0" i="0" u="none" strike="noStrike">
                <a:solidFill>
                  <a:schemeClr val="bg1">
                    <a:lumMod val="95000"/>
                  </a:schemeClr>
                </a:solidFill>
                <a:effectLst/>
                <a:latin typeface="-webkit-standard"/>
              </a:rPr>
              <a:t>to monitor for </a:t>
            </a:r>
            <a:r>
              <a:rPr lang="pl-PL" sz="1400" b="0" i="0" u="none" strike="noStrike" err="1">
                <a:solidFill>
                  <a:schemeClr val="bg1">
                    <a:lumMod val="95000"/>
                  </a:schemeClr>
                </a:solidFill>
                <a:effectLst/>
                <a:latin typeface="-webkit-standard"/>
              </a:rPr>
              <a:t>suspicious</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activity</a:t>
            </a:r>
            <a:r>
              <a:rPr lang="pl-PL" sz="1400" b="0" i="0" u="none" strike="noStrike">
                <a:solidFill>
                  <a:schemeClr val="bg1">
                    <a:lumMod val="95000"/>
                  </a:schemeClr>
                </a:solidFill>
                <a:effectLst/>
                <a:latin typeface="-webkit-standard"/>
              </a:rPr>
              <a:t> and </a:t>
            </a:r>
            <a:r>
              <a:rPr lang="pl-PL" sz="1400" b="0" i="0" u="none" strike="noStrike" err="1">
                <a:solidFill>
                  <a:schemeClr val="bg1">
                    <a:lumMod val="95000"/>
                  </a:schemeClr>
                </a:solidFill>
                <a:effectLst/>
                <a:latin typeface="-webkit-standard"/>
              </a:rPr>
              <a:t>prevent</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attacks</a:t>
            </a:r>
            <a:r>
              <a:rPr lang="pl-PL" sz="1400">
                <a:solidFill>
                  <a:schemeClr val="bg1">
                    <a:lumMod val="95000"/>
                  </a:schemeClr>
                </a:solidFill>
                <a:latin typeface="-webkit-standard"/>
              </a:rPr>
              <a:t>.</a:t>
            </a:r>
            <a:endParaRPr lang="pl-PL" sz="1400">
              <a:solidFill>
                <a:schemeClr val="bg1">
                  <a:lumMod val="95000"/>
                </a:schemeClr>
              </a:solidFill>
            </a:endParaRPr>
          </a:p>
        </p:txBody>
      </p:sp>
      <p:sp>
        <p:nvSpPr>
          <p:cNvPr id="141" name="pole tekstowe 140">
            <a:extLst>
              <a:ext uri="{FF2B5EF4-FFF2-40B4-BE49-F238E27FC236}">
                <a16:creationId xmlns:a16="http://schemas.microsoft.com/office/drawing/2014/main" id="{C017708F-5090-0C36-3246-88BCE6AB8BF8}"/>
              </a:ext>
            </a:extLst>
          </p:cNvPr>
          <p:cNvSpPr txBox="1"/>
          <p:nvPr/>
        </p:nvSpPr>
        <p:spPr>
          <a:xfrm>
            <a:off x="8438238" y="5305924"/>
            <a:ext cx="2728015" cy="738664"/>
          </a:xfrm>
          <a:prstGeom prst="rect">
            <a:avLst/>
          </a:prstGeom>
          <a:noFill/>
        </p:spPr>
        <p:txBody>
          <a:bodyPr wrap="square" rtlCol="0">
            <a:spAutoFit/>
          </a:bodyPr>
          <a:lstStyle/>
          <a:p>
            <a:pPr algn="ctr"/>
            <a:r>
              <a:rPr lang="pl-PL" sz="1400" err="1">
                <a:solidFill>
                  <a:schemeClr val="bg1">
                    <a:lumMod val="95000"/>
                  </a:schemeClr>
                </a:solidFill>
                <a:latin typeface="-webkit-standard"/>
              </a:rPr>
              <a:t>That</a:t>
            </a:r>
            <a:r>
              <a:rPr lang="pl-PL" sz="1400">
                <a:solidFill>
                  <a:schemeClr val="bg1">
                    <a:lumMod val="95000"/>
                  </a:schemeClr>
                </a:solidFill>
                <a:latin typeface="-webkit-standard"/>
              </a:rPr>
              <a:t> </a:t>
            </a:r>
            <a:r>
              <a:rPr lang="pl-PL" sz="1400" b="0" i="0" u="none" strike="noStrike" err="1">
                <a:solidFill>
                  <a:schemeClr val="bg1">
                    <a:lumMod val="95000"/>
                  </a:schemeClr>
                </a:solidFill>
                <a:effectLst/>
                <a:latin typeface="-webkit-standard"/>
              </a:rPr>
              <a:t>will</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help</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us</a:t>
            </a:r>
            <a:r>
              <a:rPr lang="pl-PL" sz="1400" b="0" i="0" u="none" strike="noStrike">
                <a:solidFill>
                  <a:schemeClr val="bg1">
                    <a:lumMod val="95000"/>
                  </a:schemeClr>
                </a:solidFill>
                <a:effectLst/>
                <a:latin typeface="-webkit-standard"/>
              </a:rPr>
              <a:t> </a:t>
            </a:r>
            <a:r>
              <a:rPr lang="pl-PL" sz="1400" b="0" i="0" u="none" strike="noStrike" err="1">
                <a:solidFill>
                  <a:schemeClr val="bg1">
                    <a:lumMod val="95000"/>
                  </a:schemeClr>
                </a:solidFill>
                <a:effectLst/>
                <a:latin typeface="-webkit-standard"/>
              </a:rPr>
              <a:t>create</a:t>
            </a:r>
            <a:r>
              <a:rPr lang="pl-PL" sz="1400" b="0" i="0" u="none" strike="noStrike">
                <a:solidFill>
                  <a:schemeClr val="bg1">
                    <a:lumMod val="95000"/>
                  </a:schemeClr>
                </a:solidFill>
                <a:effectLst/>
                <a:latin typeface="-webkit-standard"/>
              </a:rPr>
              <a:t> a </a:t>
            </a:r>
            <a:r>
              <a:rPr lang="pl-PL" sz="1400" b="0" i="0" u="none" strike="noStrike" err="1">
                <a:solidFill>
                  <a:schemeClr val="bg1">
                    <a:lumMod val="95000"/>
                  </a:schemeClr>
                </a:solidFill>
                <a:effectLst/>
                <a:latin typeface="-webkit-standard"/>
              </a:rPr>
              <a:t>secure</a:t>
            </a:r>
            <a:r>
              <a:rPr lang="pl-PL" sz="1400" b="0" i="0" u="none" strike="noStrike">
                <a:solidFill>
                  <a:schemeClr val="bg1">
                    <a:lumMod val="95000"/>
                  </a:schemeClr>
                </a:solidFill>
                <a:effectLst/>
                <a:latin typeface="-webkit-standard"/>
              </a:rPr>
              <a:t> and </a:t>
            </a:r>
            <a:r>
              <a:rPr lang="pl-PL" sz="1400" b="0" i="0" u="none" strike="noStrike" err="1">
                <a:solidFill>
                  <a:schemeClr val="bg1">
                    <a:lumMod val="95000"/>
                  </a:schemeClr>
                </a:solidFill>
                <a:effectLst/>
                <a:latin typeface="-webkit-standard"/>
              </a:rPr>
              <a:t>trustworthy</a:t>
            </a:r>
            <a:r>
              <a:rPr lang="pl-PL" sz="1400" b="0" i="0" u="none" strike="noStrike">
                <a:solidFill>
                  <a:schemeClr val="bg1">
                    <a:lumMod val="95000"/>
                  </a:schemeClr>
                </a:solidFill>
                <a:effectLst/>
                <a:latin typeface="-webkit-standard"/>
              </a:rPr>
              <a:t> environment for </a:t>
            </a:r>
            <a:r>
              <a:rPr lang="pl-PL" sz="1400" b="0" i="0" u="none" strike="noStrike" err="1">
                <a:solidFill>
                  <a:schemeClr val="bg1">
                    <a:lumMod val="95000"/>
                  </a:schemeClr>
                </a:solidFill>
                <a:effectLst/>
                <a:latin typeface="-webkit-standard"/>
              </a:rPr>
              <a:t>everyone</a:t>
            </a:r>
            <a:r>
              <a:rPr lang="pl-PL" sz="1400" b="0" i="0" u="none" strike="noStrike">
                <a:solidFill>
                  <a:schemeClr val="bg1">
                    <a:lumMod val="95000"/>
                  </a:schemeClr>
                </a:solidFill>
                <a:effectLst/>
                <a:latin typeface="-webkit-standard"/>
              </a:rPr>
              <a:t>.</a:t>
            </a:r>
            <a:endParaRPr lang="pl-PL" sz="1400">
              <a:solidFill>
                <a:schemeClr val="bg1">
                  <a:lumMod val="95000"/>
                </a:schemeClr>
              </a:solidFill>
            </a:endParaRPr>
          </a:p>
        </p:txBody>
      </p:sp>
    </p:spTree>
    <p:extLst>
      <p:ext uri="{BB962C8B-B14F-4D97-AF65-F5344CB8AC3E}">
        <p14:creationId xmlns:p14="http://schemas.microsoft.com/office/powerpoint/2010/main" val="1006781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Obraz 9">
            <a:extLst>
              <a:ext uri="{FF2B5EF4-FFF2-40B4-BE49-F238E27FC236}">
                <a16:creationId xmlns:a16="http://schemas.microsoft.com/office/drawing/2014/main" id="{081FBAFC-1470-F3F6-B0F6-E62C065DE978}"/>
              </a:ext>
            </a:extLst>
          </p:cNvPr>
          <p:cNvPicPr>
            <a:picLocks noChangeAspect="1"/>
          </p:cNvPicPr>
          <p:nvPr/>
        </p:nvPicPr>
        <p:blipFill>
          <a:blip r:embed="rId2"/>
          <a:srcRect l="20904" t="23442" r="14968" b="24697"/>
          <a:stretch/>
        </p:blipFill>
        <p:spPr>
          <a:xfrm>
            <a:off x="866311" y="1238478"/>
            <a:ext cx="5478400" cy="4430355"/>
          </a:xfrm>
          <a:prstGeom prst="rect">
            <a:avLst/>
          </a:prstGeom>
        </p:spPr>
      </p:pic>
      <p:sp>
        <p:nvSpPr>
          <p:cNvPr id="12" name="Symbol zastępczy daty 11">
            <a:extLst>
              <a:ext uri="{FF2B5EF4-FFF2-40B4-BE49-F238E27FC236}">
                <a16:creationId xmlns:a16="http://schemas.microsoft.com/office/drawing/2014/main" id="{DBB25545-B9A0-8F30-06A2-C424A02616A6}"/>
              </a:ext>
            </a:extLst>
          </p:cNvPr>
          <p:cNvSpPr>
            <a:spLocks noGrp="1"/>
          </p:cNvSpPr>
          <p:nvPr>
            <p:ph type="dt" sz="half" idx="45"/>
          </p:nvPr>
        </p:nvSpPr>
        <p:spPr/>
        <p:txBody>
          <a:bodyPr/>
          <a:lstStyle/>
          <a:p>
            <a:pPr rtl="0"/>
            <a:r>
              <a:rPr lang="pl-PL" noProof="0">
                <a:solidFill>
                  <a:schemeClr val="tx2"/>
                </a:solidFill>
              </a:rPr>
              <a:t>2024</a:t>
            </a:r>
          </a:p>
        </p:txBody>
      </p:sp>
      <p:sp>
        <p:nvSpPr>
          <p:cNvPr id="13" name="Symbol zastępczy stopki 12">
            <a:extLst>
              <a:ext uri="{FF2B5EF4-FFF2-40B4-BE49-F238E27FC236}">
                <a16:creationId xmlns:a16="http://schemas.microsoft.com/office/drawing/2014/main" id="{56E18254-CA73-485D-2D30-13005060B9AD}"/>
              </a:ext>
            </a:extLst>
          </p:cNvPr>
          <p:cNvSpPr>
            <a:spLocks noGrp="1"/>
          </p:cNvSpPr>
          <p:nvPr>
            <p:ph type="ftr" sz="quarter" idx="10"/>
          </p:nvPr>
        </p:nvSpPr>
        <p:spPr/>
        <p:txBody>
          <a:bodyPr/>
          <a:lstStyle/>
          <a:p>
            <a:pPr rtl="0"/>
            <a:r>
              <a:rPr lang="pl-PL" noProof="0">
                <a:solidFill>
                  <a:schemeClr val="tx2"/>
                </a:solidFill>
              </a:rPr>
              <a:t>WebM8s</a:t>
            </a:r>
          </a:p>
        </p:txBody>
      </p:sp>
      <p:sp>
        <p:nvSpPr>
          <p:cNvPr id="14" name="Symbol zastępczy numeru slajdu 13">
            <a:extLst>
              <a:ext uri="{FF2B5EF4-FFF2-40B4-BE49-F238E27FC236}">
                <a16:creationId xmlns:a16="http://schemas.microsoft.com/office/drawing/2014/main" id="{BA14F9E6-D370-FEFF-E870-96775689684C}"/>
              </a:ext>
            </a:extLst>
          </p:cNvPr>
          <p:cNvSpPr>
            <a:spLocks noGrp="1"/>
          </p:cNvSpPr>
          <p:nvPr>
            <p:ph type="sldNum" sz="quarter" idx="11"/>
          </p:nvPr>
        </p:nvSpPr>
        <p:spPr/>
        <p:txBody>
          <a:bodyPr/>
          <a:lstStyle/>
          <a:p>
            <a:pPr rtl="0"/>
            <a:fld id="{19B51A1E-902D-48AF-9020-955120F399B6}" type="slidenum">
              <a:rPr lang="pl-PL" noProof="0" smtClean="0">
                <a:solidFill>
                  <a:schemeClr val="tx2"/>
                </a:solidFill>
              </a:rPr>
              <a:pPr rtl="0"/>
              <a:t>17</a:t>
            </a:fld>
            <a:endParaRPr lang="pl-PL" noProof="0">
              <a:solidFill>
                <a:schemeClr val="tx2"/>
              </a:solidFill>
            </a:endParaRPr>
          </a:p>
        </p:txBody>
      </p:sp>
      <p:sp>
        <p:nvSpPr>
          <p:cNvPr id="15" name="pole tekstowe 14">
            <a:extLst>
              <a:ext uri="{FF2B5EF4-FFF2-40B4-BE49-F238E27FC236}">
                <a16:creationId xmlns:a16="http://schemas.microsoft.com/office/drawing/2014/main" id="{F993D0FA-2E94-6C82-40BF-214E093537F8}"/>
              </a:ext>
            </a:extLst>
          </p:cNvPr>
          <p:cNvSpPr txBox="1"/>
          <p:nvPr/>
        </p:nvSpPr>
        <p:spPr>
          <a:xfrm>
            <a:off x="334571" y="215140"/>
            <a:ext cx="5968256" cy="1446550"/>
          </a:xfrm>
          <a:prstGeom prst="rect">
            <a:avLst/>
          </a:prstGeom>
          <a:noFill/>
        </p:spPr>
        <p:txBody>
          <a:bodyPr wrap="square" rtlCol="0">
            <a:spAutoFit/>
          </a:bodyPr>
          <a:lstStyle/>
          <a:p>
            <a:r>
              <a:rPr lang="pl-PL" sz="4400" b="1" i="0" u="none" strike="noStrike" err="1">
                <a:solidFill>
                  <a:schemeClr val="tx2"/>
                </a:solidFill>
                <a:effectLst/>
                <a:latin typeface="Times New Roman" panose="02020603050405020304" pitchFamily="18" charset="0"/>
                <a:cs typeface="Times New Roman" panose="02020603050405020304" pitchFamily="18" charset="0"/>
              </a:rPr>
              <a:t>Potential</a:t>
            </a:r>
            <a:r>
              <a:rPr lang="pl-PL" sz="4400" b="1" i="0" u="none" strike="noStrike">
                <a:solidFill>
                  <a:schemeClr val="tx2"/>
                </a:solidFill>
                <a:effectLst/>
                <a:latin typeface="Times New Roman" panose="02020603050405020304" pitchFamily="18" charset="0"/>
                <a:cs typeface="Times New Roman" panose="02020603050405020304" pitchFamily="18" charset="0"/>
              </a:rPr>
              <a:t> Security </a:t>
            </a:r>
            <a:r>
              <a:rPr lang="pl-PL" sz="4400" b="1" i="0" u="none" strike="noStrike" err="1">
                <a:solidFill>
                  <a:schemeClr val="tx2"/>
                </a:solidFill>
                <a:effectLst/>
                <a:latin typeface="Times New Roman" panose="02020603050405020304" pitchFamily="18" charset="0"/>
                <a:cs typeface="Times New Roman" panose="02020603050405020304" pitchFamily="18" charset="0"/>
              </a:rPr>
              <a:t>Risks</a:t>
            </a:r>
            <a:r>
              <a:rPr lang="pl-PL" sz="4400" b="1" i="0" u="none" strike="noStrike">
                <a:solidFill>
                  <a:schemeClr val="tx2"/>
                </a:solidFill>
                <a:effectLst/>
                <a:latin typeface="Times New Roman" panose="02020603050405020304" pitchFamily="18" charset="0"/>
                <a:cs typeface="Times New Roman" panose="02020603050405020304" pitchFamily="18" charset="0"/>
              </a:rPr>
              <a:t> and </a:t>
            </a:r>
            <a:r>
              <a:rPr lang="pl-PL" sz="4400" b="1" i="0" u="none" strike="noStrike" err="1">
                <a:solidFill>
                  <a:schemeClr val="tx2"/>
                </a:solidFill>
                <a:effectLst/>
                <a:latin typeface="Times New Roman" panose="02020603050405020304" pitchFamily="18" charset="0"/>
                <a:cs typeface="Times New Roman" panose="02020603050405020304" pitchFamily="18" charset="0"/>
              </a:rPr>
              <a:t>Mitigation</a:t>
            </a:r>
            <a:endParaRPr lang="pl-PL" sz="4400" b="1">
              <a:solidFill>
                <a:schemeClr val="tx2"/>
              </a:solidFill>
              <a:latin typeface="Times New Roman" panose="02020603050405020304" pitchFamily="18" charset="0"/>
              <a:cs typeface="Times New Roman" panose="02020603050405020304" pitchFamily="18" charset="0"/>
            </a:endParaRPr>
          </a:p>
        </p:txBody>
      </p:sp>
      <p:sp>
        <p:nvSpPr>
          <p:cNvPr id="4" name="Prostokąt zaokrąglony 3">
            <a:extLst>
              <a:ext uri="{FF2B5EF4-FFF2-40B4-BE49-F238E27FC236}">
                <a16:creationId xmlns:a16="http://schemas.microsoft.com/office/drawing/2014/main" id="{D9FCB983-4201-55CB-8C3A-9B9BEC1C7BB4}"/>
              </a:ext>
            </a:extLst>
          </p:cNvPr>
          <p:cNvSpPr/>
          <p:nvPr/>
        </p:nvSpPr>
        <p:spPr>
          <a:xfrm>
            <a:off x="6444343" y="714062"/>
            <a:ext cx="5478399" cy="1545772"/>
          </a:xfrm>
          <a:prstGeom prst="roundRect">
            <a:avLst/>
          </a:prstGeom>
          <a:solidFill>
            <a:srgbClr val="D9D9D9"/>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sz="1600">
              <a:solidFill>
                <a:schemeClr val="tx2"/>
              </a:solidFill>
              <a:latin typeface="gg sans"/>
            </a:endParaRPr>
          </a:p>
        </p:txBody>
      </p:sp>
      <p:sp>
        <p:nvSpPr>
          <p:cNvPr id="5" name="pole tekstowe 4">
            <a:extLst>
              <a:ext uri="{FF2B5EF4-FFF2-40B4-BE49-F238E27FC236}">
                <a16:creationId xmlns:a16="http://schemas.microsoft.com/office/drawing/2014/main" id="{A2E8CBDD-62A6-70BE-3B72-B2AE12A3707D}"/>
              </a:ext>
            </a:extLst>
          </p:cNvPr>
          <p:cNvSpPr txBox="1"/>
          <p:nvPr/>
        </p:nvSpPr>
        <p:spPr>
          <a:xfrm>
            <a:off x="6694714" y="794657"/>
            <a:ext cx="5040086" cy="1569660"/>
          </a:xfrm>
          <a:prstGeom prst="rect">
            <a:avLst/>
          </a:prstGeom>
          <a:noFill/>
        </p:spPr>
        <p:txBody>
          <a:bodyPr wrap="square" rtlCol="0">
            <a:spAutoFit/>
          </a:bodyPr>
          <a:lstStyle/>
          <a:p>
            <a:pPr algn="ctr"/>
            <a:r>
              <a:rPr lang="pl-PL" sz="1600" b="1" i="0" u="none" strike="noStrike">
                <a:solidFill>
                  <a:schemeClr val="tx2"/>
                </a:solidFill>
                <a:effectLst/>
                <a:latin typeface="gg sans"/>
              </a:rPr>
              <a:t>Data </a:t>
            </a:r>
            <a:r>
              <a:rPr lang="pl-PL" sz="1600" b="1" i="0" u="none" strike="noStrike" err="1">
                <a:solidFill>
                  <a:schemeClr val="tx2"/>
                </a:solidFill>
                <a:effectLst/>
                <a:latin typeface="gg sans"/>
              </a:rPr>
              <a:t>Breach</a:t>
            </a:r>
            <a:br>
              <a:rPr lang="pl-PL" sz="1600" b="0" i="0" u="none" strike="noStrike">
                <a:solidFill>
                  <a:schemeClr val="tx2"/>
                </a:solidFill>
                <a:effectLst/>
                <a:latin typeface="gg sans"/>
              </a:rPr>
            </a:br>
            <a:r>
              <a:rPr lang="pl-PL" sz="1600" b="1" i="0" u="none" strike="noStrike" err="1">
                <a:solidFill>
                  <a:schemeClr val="tx2"/>
                </a:solidFill>
                <a:effectLst/>
                <a:latin typeface="gg sans"/>
              </a:rPr>
              <a:t>Issue</a:t>
            </a:r>
            <a:r>
              <a:rPr lang="pl-PL" sz="1600" b="1" i="0" u="none" strike="noStrike">
                <a:solidFill>
                  <a:schemeClr val="tx2"/>
                </a:solidFill>
                <a:effectLst/>
                <a:latin typeface="gg sans"/>
              </a:rPr>
              <a: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Unauthorized</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access</a:t>
            </a:r>
            <a:r>
              <a:rPr lang="pl-PL" sz="1600" b="0" i="0" u="none" strike="noStrike">
                <a:solidFill>
                  <a:schemeClr val="tx2"/>
                </a:solidFill>
                <a:effectLst/>
                <a:latin typeface="gg sans"/>
              </a:rPr>
              <a:t> to </a:t>
            </a:r>
            <a:r>
              <a:rPr lang="pl-PL" sz="1600" b="0" i="0" u="none" strike="noStrike" err="1">
                <a:solidFill>
                  <a:schemeClr val="tx2"/>
                </a:solidFill>
                <a:effectLst/>
                <a:latin typeface="gg sans"/>
              </a:rPr>
              <a:t>user</a:t>
            </a:r>
            <a:r>
              <a:rPr lang="pl-PL" sz="1600" b="0" i="0" u="none" strike="noStrike">
                <a:solidFill>
                  <a:schemeClr val="tx2"/>
                </a:solidFill>
                <a:effectLst/>
                <a:latin typeface="gg sans"/>
              </a:rPr>
              <a:t> data (</a:t>
            </a:r>
            <a:r>
              <a:rPr lang="pl-PL" sz="1600" b="0" i="0" u="none" strike="noStrike" err="1">
                <a:solidFill>
                  <a:schemeClr val="tx2"/>
                </a:solidFill>
                <a:effectLst/>
                <a:latin typeface="gg sans"/>
              </a:rPr>
              <a:t>e.g</a:t>
            </a:r>
            <a:r>
              <a:rPr lang="pl-PL" sz="1600" b="0" i="0" u="none" strike="noStrike">
                <a:solidFill>
                  <a:schemeClr val="tx2"/>
                </a:solidFill>
                <a:effectLst/>
                <a:latin typeface="gg sans"/>
              </a:rPr>
              <a:t>., email, </a:t>
            </a:r>
            <a:r>
              <a:rPr lang="pl-PL" sz="1600" b="0" i="0" u="none" strike="noStrike" err="1">
                <a:solidFill>
                  <a:schemeClr val="tx2"/>
                </a:solidFill>
                <a:effectLst/>
                <a:latin typeface="gg sans"/>
              </a:rPr>
              <a:t>usernames</a:t>
            </a:r>
            <a:r>
              <a:rPr lang="pl-PL" sz="1600" b="0" i="0" u="none" strike="noStrike">
                <a:solidFill>
                  <a:schemeClr val="tx2"/>
                </a:solidFill>
                <a:effectLst/>
                <a:latin typeface="gg sans"/>
              </a:rPr>
              <a:t>).</a:t>
            </a:r>
            <a:br>
              <a:rPr lang="pl-PL" sz="1600" b="0" i="0" u="none" strike="noStrike">
                <a:solidFill>
                  <a:schemeClr val="tx2"/>
                </a:solidFill>
                <a:effectLst/>
                <a:latin typeface="gg sans"/>
              </a:rPr>
            </a:br>
            <a:r>
              <a:rPr lang="pl-PL" sz="1600" b="1" i="0" u="none" strike="noStrike" err="1">
                <a:solidFill>
                  <a:schemeClr val="tx2"/>
                </a:solidFill>
                <a:effectLst/>
                <a:latin typeface="gg sans"/>
              </a:rPr>
              <a:t>Mitigation</a:t>
            </a:r>
            <a:r>
              <a:rPr lang="pl-PL" sz="1600" b="1" i="0" u="none" strike="noStrike">
                <a:solidFill>
                  <a:schemeClr val="tx2"/>
                </a:solidFill>
                <a:effectLst/>
                <a:latin typeface="gg sans"/>
              </a:rPr>
              <a: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Encrypt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sensitive</a:t>
            </a:r>
            <a:r>
              <a:rPr lang="pl-PL" sz="1600" b="0" i="0" u="none" strike="noStrike">
                <a:solidFill>
                  <a:schemeClr val="tx2"/>
                </a:solidFill>
                <a:effectLst/>
                <a:latin typeface="gg sans"/>
              </a:rPr>
              <a:t> data (AES-256), </a:t>
            </a:r>
            <a:r>
              <a:rPr lang="pl-PL" sz="1600" b="0" i="0" u="none" strike="noStrike" err="1">
                <a:solidFill>
                  <a:schemeClr val="tx2"/>
                </a:solidFill>
                <a:effectLst/>
                <a:latin typeface="gg sans"/>
              </a:rPr>
              <a:t>secure</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servers</a:t>
            </a:r>
            <a:r>
              <a:rPr lang="pl-PL" sz="1600" b="0" i="0" u="none" strike="noStrike">
                <a:solidFill>
                  <a:schemeClr val="tx2"/>
                </a:solidFill>
                <a:effectLst/>
                <a:latin typeface="gg sans"/>
              </a:rPr>
              <a:t>, and monitor for </a:t>
            </a:r>
            <a:r>
              <a:rPr lang="pl-PL" sz="1600" b="0" i="0" u="none" strike="noStrike" err="1">
                <a:solidFill>
                  <a:schemeClr val="tx2"/>
                </a:solidFill>
                <a:effectLst/>
                <a:latin typeface="gg sans"/>
              </a:rPr>
              <a:t>suspicious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activity</a:t>
            </a:r>
            <a:r>
              <a:rPr lang="pl-PL" sz="1600" b="0" i="0" u="none" strike="noStrike">
                <a:solidFill>
                  <a:schemeClr val="tx2"/>
                </a:solidFill>
                <a:effectLst/>
                <a:latin typeface="gg sans"/>
              </a:rPr>
              <a:t>.</a:t>
            </a:r>
            <a:br>
              <a:rPr lang="pl-PL" sz="1600" b="0" i="0" u="none" strike="noStrike">
                <a:solidFill>
                  <a:schemeClr val="tx2"/>
                </a:solidFill>
                <a:effectLst/>
                <a:latin typeface="gg sans"/>
              </a:rPr>
            </a:br>
            <a:endParaRPr lang="pl-PL" sz="1600">
              <a:solidFill>
                <a:schemeClr val="tx2"/>
              </a:solidFill>
              <a:latin typeface="gg sans"/>
            </a:endParaRPr>
          </a:p>
        </p:txBody>
      </p:sp>
      <p:sp>
        <p:nvSpPr>
          <p:cNvPr id="6" name="Prostokąt zaokrąglony 5">
            <a:extLst>
              <a:ext uri="{FF2B5EF4-FFF2-40B4-BE49-F238E27FC236}">
                <a16:creationId xmlns:a16="http://schemas.microsoft.com/office/drawing/2014/main" id="{7A362935-AA6E-B431-3017-809F7D3347B7}"/>
              </a:ext>
            </a:extLst>
          </p:cNvPr>
          <p:cNvSpPr/>
          <p:nvPr/>
        </p:nvSpPr>
        <p:spPr>
          <a:xfrm>
            <a:off x="6444342" y="2682682"/>
            <a:ext cx="5478399" cy="1811002"/>
          </a:xfrm>
          <a:prstGeom prst="roundRect">
            <a:avLst/>
          </a:prstGeom>
          <a:solidFill>
            <a:srgbClr val="D9D9D9"/>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pole tekstowe 6">
            <a:extLst>
              <a:ext uri="{FF2B5EF4-FFF2-40B4-BE49-F238E27FC236}">
                <a16:creationId xmlns:a16="http://schemas.microsoft.com/office/drawing/2014/main" id="{B9B72A6B-AAB0-6FEB-E579-1265206058AA}"/>
              </a:ext>
            </a:extLst>
          </p:cNvPr>
          <p:cNvSpPr txBox="1"/>
          <p:nvPr/>
        </p:nvSpPr>
        <p:spPr>
          <a:xfrm>
            <a:off x="6694714" y="2787165"/>
            <a:ext cx="5040086" cy="1815882"/>
          </a:xfrm>
          <a:prstGeom prst="rect">
            <a:avLst/>
          </a:prstGeom>
          <a:noFill/>
        </p:spPr>
        <p:txBody>
          <a:bodyPr wrap="square" rtlCol="0">
            <a:spAutoFit/>
          </a:bodyPr>
          <a:lstStyle/>
          <a:p>
            <a:pPr algn="ctr"/>
            <a:r>
              <a:rPr lang="pl-PL" sz="1600" b="1" i="0" u="none" strike="noStrike" err="1">
                <a:solidFill>
                  <a:schemeClr val="tx2"/>
                </a:solidFill>
                <a:effectLst/>
                <a:latin typeface="gg sans"/>
              </a:rPr>
              <a:t>Account</a:t>
            </a:r>
            <a:r>
              <a:rPr lang="pl-PL" sz="1600" b="1" i="0" u="none" strike="noStrike">
                <a:solidFill>
                  <a:schemeClr val="tx2"/>
                </a:solidFill>
                <a:effectLst/>
                <a:latin typeface="gg sans"/>
              </a:rPr>
              <a:t> </a:t>
            </a:r>
            <a:r>
              <a:rPr lang="pl-PL" sz="1600" b="1" i="0" u="none" strike="noStrike" err="1">
                <a:solidFill>
                  <a:schemeClr val="tx2"/>
                </a:solidFill>
                <a:effectLst/>
                <a:latin typeface="gg sans"/>
              </a:rPr>
              <a:t>Hacking</a:t>
            </a:r>
            <a:br>
              <a:rPr lang="pl-PL" sz="1600" b="0" i="0" u="none" strike="noStrike">
                <a:solidFill>
                  <a:schemeClr val="tx2"/>
                </a:solidFill>
                <a:effectLst/>
                <a:latin typeface="gg sans"/>
              </a:rPr>
            </a:br>
            <a:r>
              <a:rPr lang="pl-PL" sz="1600" b="1" i="0" u="none" strike="noStrike" err="1">
                <a:solidFill>
                  <a:schemeClr val="tx2"/>
                </a:solidFill>
                <a:effectLst/>
                <a:latin typeface="gg sans"/>
              </a:rPr>
              <a:t>Issue</a:t>
            </a:r>
            <a:r>
              <a:rPr lang="pl-PL" sz="1600" b="1" i="0" u="none" strike="noStrike">
                <a:solidFill>
                  <a:schemeClr val="tx2"/>
                </a:solidFill>
                <a:effectLst/>
                <a:latin typeface="gg sans"/>
              </a:rPr>
              <a: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Weak</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passwords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or</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stolen</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credentials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may</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allow</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unauthorized</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access</a:t>
            </a:r>
            <a:r>
              <a:rPr lang="pl-PL" sz="1600" b="0" i="0" u="none" strike="noStrike">
                <a:solidFill>
                  <a:schemeClr val="tx2"/>
                </a:solidFill>
                <a:effectLst/>
                <a:latin typeface="gg sans"/>
              </a:rPr>
              <a:t>.</a:t>
            </a:r>
            <a:br>
              <a:rPr lang="pl-PL" sz="1600" b="0" i="0" u="none" strike="noStrike">
                <a:solidFill>
                  <a:schemeClr val="tx2"/>
                </a:solidFill>
                <a:effectLst/>
                <a:latin typeface="gg sans"/>
              </a:rPr>
            </a:br>
            <a:r>
              <a:rPr lang="pl-PL" sz="1600" b="1" i="0" u="none" strike="noStrike" err="1">
                <a:solidFill>
                  <a:schemeClr val="tx2"/>
                </a:solidFill>
                <a:effectLst/>
                <a:latin typeface="gg sans"/>
              </a:rPr>
              <a:t>Mitigation</a:t>
            </a:r>
            <a:r>
              <a:rPr lang="pl-PL" sz="1600" b="1" i="0" u="none" strike="noStrike">
                <a:solidFill>
                  <a:schemeClr val="tx2"/>
                </a:solidFill>
                <a:effectLst/>
                <a:latin typeface="gg sans"/>
              </a:rPr>
              <a: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Require</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strong</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passwords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implement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two-factor</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authentication</a:t>
            </a:r>
            <a:r>
              <a:rPr lang="pl-PL" sz="1600" b="0" i="0" u="none" strike="noStrike">
                <a:solidFill>
                  <a:schemeClr val="tx2"/>
                </a:solidFill>
                <a:effectLst/>
                <a:latin typeface="gg sans"/>
              </a:rPr>
              <a:t> (2FA), and lock </a:t>
            </a:r>
            <a:r>
              <a:rPr lang="pl-PL" sz="1600" b="0" i="0" u="none" strike="noStrike" err="1">
                <a:solidFill>
                  <a:schemeClr val="tx2"/>
                </a:solidFill>
                <a:effectLst/>
                <a:latin typeface="gg sans"/>
              </a:rPr>
              <a:t>accounts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after</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multiple</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failed</a:t>
            </a:r>
            <a:r>
              <a:rPr lang="pl-PL" sz="1600" b="0" i="0" u="none" strike="noStrike">
                <a:solidFill>
                  <a:schemeClr val="tx2"/>
                </a:solidFill>
                <a:effectLst/>
                <a:latin typeface="gg sans"/>
              </a:rPr>
              <a:t> login </a:t>
            </a:r>
            <a:r>
              <a:rPr lang="pl-PL" sz="1600" b="0" i="0" u="none" strike="noStrike" err="1">
                <a:solidFill>
                  <a:schemeClr val="tx2"/>
                </a:solidFill>
                <a:effectLst/>
                <a:latin typeface="gg sans"/>
              </a:rPr>
              <a:t>attempts</a:t>
            </a:r>
            <a:r>
              <a:rPr lang="pl-PL" sz="1600" b="0" i="0" u="none" strike="noStrike">
                <a:solidFill>
                  <a:schemeClr val="tx2"/>
                </a:solidFill>
                <a:effectLst/>
                <a:latin typeface="gg sans"/>
              </a:rPr>
              <a:t>.</a:t>
            </a:r>
            <a:br>
              <a:rPr lang="pl-PL" sz="1600" b="0" i="0" u="none" strike="noStrike">
                <a:solidFill>
                  <a:schemeClr val="tx2"/>
                </a:solidFill>
                <a:effectLst/>
                <a:latin typeface="gg sans"/>
              </a:rPr>
            </a:br>
            <a:endParaRPr lang="pl-PL" sz="1600">
              <a:solidFill>
                <a:schemeClr val="tx2"/>
              </a:solidFill>
              <a:latin typeface="gg sans"/>
            </a:endParaRPr>
          </a:p>
        </p:txBody>
      </p:sp>
      <p:sp>
        <p:nvSpPr>
          <p:cNvPr id="8" name="Prostokąt zaokrąglony 7">
            <a:extLst>
              <a:ext uri="{FF2B5EF4-FFF2-40B4-BE49-F238E27FC236}">
                <a16:creationId xmlns:a16="http://schemas.microsoft.com/office/drawing/2014/main" id="{18E39DAB-1C32-E000-7A35-0C053A0ECB43}"/>
              </a:ext>
            </a:extLst>
          </p:cNvPr>
          <p:cNvSpPr/>
          <p:nvPr/>
        </p:nvSpPr>
        <p:spPr>
          <a:xfrm>
            <a:off x="6444342" y="4810578"/>
            <a:ext cx="5478399" cy="1545772"/>
          </a:xfrm>
          <a:prstGeom prst="roundRect">
            <a:avLst/>
          </a:prstGeom>
          <a:solidFill>
            <a:srgbClr val="D9D9D9"/>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tx2"/>
              </a:solidFill>
              <a:latin typeface="gg sans"/>
            </a:endParaRPr>
          </a:p>
        </p:txBody>
      </p:sp>
      <p:sp>
        <p:nvSpPr>
          <p:cNvPr id="9" name="pole tekstowe 8">
            <a:extLst>
              <a:ext uri="{FF2B5EF4-FFF2-40B4-BE49-F238E27FC236}">
                <a16:creationId xmlns:a16="http://schemas.microsoft.com/office/drawing/2014/main" id="{E6943D45-0A61-3B2D-B6D7-6FCEF5250960}"/>
              </a:ext>
            </a:extLst>
          </p:cNvPr>
          <p:cNvSpPr txBox="1"/>
          <p:nvPr/>
        </p:nvSpPr>
        <p:spPr>
          <a:xfrm>
            <a:off x="6694714" y="4920343"/>
            <a:ext cx="5040086" cy="1569660"/>
          </a:xfrm>
          <a:prstGeom prst="rect">
            <a:avLst/>
          </a:prstGeom>
          <a:noFill/>
        </p:spPr>
        <p:txBody>
          <a:bodyPr wrap="square" rtlCol="0">
            <a:spAutoFit/>
          </a:bodyPr>
          <a:lstStyle/>
          <a:p>
            <a:pPr algn="ctr"/>
            <a:r>
              <a:rPr lang="pl-PL" sz="1600" b="1" i="0" u="none" strike="noStrike" err="1">
                <a:solidFill>
                  <a:schemeClr val="tx2"/>
                </a:solidFill>
                <a:effectLst/>
                <a:latin typeface="gg sans"/>
              </a:rPr>
              <a:t>Phishing</a:t>
            </a:r>
            <a:r>
              <a:rPr lang="pl-PL" sz="1600" b="1" i="0" u="none" strike="noStrike">
                <a:solidFill>
                  <a:schemeClr val="tx2"/>
                </a:solidFill>
                <a:effectLst/>
                <a:latin typeface="gg sans"/>
              </a:rPr>
              <a:t> </a:t>
            </a:r>
            <a:r>
              <a:rPr lang="pl-PL" sz="1600" b="1" i="0" u="none" strike="noStrike" err="1">
                <a:solidFill>
                  <a:schemeClr val="tx2"/>
                </a:solidFill>
                <a:effectLst/>
                <a:latin typeface="gg sans"/>
              </a:rPr>
              <a:t>or</a:t>
            </a:r>
            <a:r>
              <a:rPr lang="pl-PL" sz="1600" b="1" i="0" u="none" strike="noStrike">
                <a:solidFill>
                  <a:schemeClr val="tx2"/>
                </a:solidFill>
                <a:effectLst/>
                <a:latin typeface="gg sans"/>
              </a:rPr>
              <a:t> </a:t>
            </a:r>
            <a:r>
              <a:rPr lang="pl-PL" sz="1600" b="1" i="0" u="none" strike="noStrike" err="1">
                <a:solidFill>
                  <a:schemeClr val="tx2"/>
                </a:solidFill>
                <a:effectLst/>
                <a:latin typeface="gg sans"/>
              </a:rPr>
              <a:t>Fake</a:t>
            </a:r>
            <a:r>
              <a:rPr lang="pl-PL" sz="1600" b="1" i="0" u="none" strike="noStrike">
                <a:solidFill>
                  <a:schemeClr val="tx2"/>
                </a:solidFill>
                <a:effectLst/>
                <a:latin typeface="gg sans"/>
              </a:rPr>
              <a:t> </a:t>
            </a:r>
            <a:r>
              <a:rPr lang="pl-PL" sz="1600" b="1" i="0" u="none" strike="noStrike" err="1">
                <a:solidFill>
                  <a:schemeClr val="tx2"/>
                </a:solidFill>
                <a:effectLst/>
                <a:latin typeface="gg sans"/>
              </a:rPr>
              <a:t>Accounts</a:t>
            </a:r>
            <a:br>
              <a:rPr lang="pl-PL" sz="1600" b="0" i="0" u="none" strike="noStrike">
                <a:solidFill>
                  <a:schemeClr val="tx2"/>
                </a:solidFill>
                <a:effectLst/>
                <a:latin typeface="gg sans"/>
              </a:rPr>
            </a:br>
            <a:r>
              <a:rPr lang="pl-PL" sz="1600" b="1" i="0" u="none" strike="noStrike" err="1">
                <a:solidFill>
                  <a:schemeClr val="tx2"/>
                </a:solidFill>
                <a:effectLst/>
                <a:latin typeface="gg sans"/>
              </a:rPr>
              <a:t>Issue</a:t>
            </a:r>
            <a:r>
              <a:rPr lang="pl-PL" sz="1600" b="1" i="0" u="none" strike="noStrike">
                <a:solidFill>
                  <a:schemeClr val="tx2"/>
                </a:solidFill>
                <a:effectLst/>
                <a:latin typeface="gg sans"/>
              </a:rPr>
              <a: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Malicious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users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might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impersonate</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others</a:t>
            </a:r>
            <a:r>
              <a:rPr lang="pl-PL" sz="1600" b="0" i="0" u="none" strike="noStrike">
                <a:solidFill>
                  <a:schemeClr val="tx2"/>
                </a:solidFill>
                <a:effectLst/>
                <a:latin typeface="gg sans"/>
              </a:rPr>
              <a:t> to </a:t>
            </a:r>
            <a:r>
              <a:rPr lang="pl-PL" sz="1600" b="0" i="0" u="none" strike="noStrike" err="1">
                <a:solidFill>
                  <a:schemeClr val="tx2"/>
                </a:solidFill>
                <a:effectLst/>
                <a:latin typeface="gg sans"/>
              </a:rPr>
              <a:t>steal</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information</a:t>
            </a:r>
            <a:r>
              <a:rPr lang="pl-PL" sz="1600" b="0" i="0" u="none" strike="noStrike">
                <a:solidFill>
                  <a:schemeClr val="tx2"/>
                </a:solidFill>
                <a:effectLst/>
                <a:latin typeface="gg sans"/>
              </a:rPr>
              <a:t>.</a:t>
            </a:r>
            <a:br>
              <a:rPr lang="pl-PL" sz="1600" b="0" i="0" u="none" strike="noStrike">
                <a:solidFill>
                  <a:schemeClr val="tx2"/>
                </a:solidFill>
                <a:effectLst/>
                <a:latin typeface="gg sans"/>
              </a:rPr>
            </a:br>
            <a:r>
              <a:rPr lang="pl-PL" sz="1600" b="1" i="0" u="none" strike="noStrike" err="1">
                <a:solidFill>
                  <a:schemeClr val="tx2"/>
                </a:solidFill>
                <a:effectLst/>
                <a:latin typeface="gg sans"/>
              </a:rPr>
              <a:t>Mitigation</a:t>
            </a:r>
            <a:r>
              <a:rPr lang="pl-PL" sz="1600" b="1" i="0" u="none" strike="noStrike">
                <a:solidFill>
                  <a:schemeClr val="tx2"/>
                </a:solidFill>
                <a:effectLst/>
                <a:latin typeface="gg sans"/>
              </a:rPr>
              <a:t>:</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Enable</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user</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reporting</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features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verify</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accounts</a:t>
            </a:r>
            <a:r>
              <a:rPr lang="pl-PL" sz="1600" b="0" i="0" u="none" strike="noStrike">
                <a:solidFill>
                  <a:schemeClr val="tx2"/>
                </a:solidFill>
                <a:effectLst/>
                <a:latin typeface="gg sans"/>
              </a:rPr>
              <a:t>, and </a:t>
            </a:r>
            <a:r>
              <a:rPr lang="pl-PL" sz="1600" b="0" i="0" u="none" strike="noStrike" err="1">
                <a:solidFill>
                  <a:schemeClr val="tx2"/>
                </a:solidFill>
                <a:effectLst/>
                <a:latin typeface="gg sans"/>
              </a:rPr>
              <a:t>educate</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users</a:t>
            </a:r>
            <a:r>
              <a:rPr lang="pl-PL" sz="1600" b="0" i="0" u="none" strike="noStrike">
                <a:solidFill>
                  <a:schemeClr val="tx2"/>
                </a:solidFill>
                <a:effectLst/>
                <a:latin typeface="gg sans"/>
              </a:rPr>
              <a:t> </a:t>
            </a:r>
            <a:r>
              <a:rPr lang="pl-PL" sz="1600" b="0" i="0" u="none" strike="noStrike" err="1">
                <a:solidFill>
                  <a:schemeClr val="tx2"/>
                </a:solidFill>
                <a:effectLst/>
                <a:latin typeface="gg sans"/>
              </a:rPr>
              <a:t>about</a:t>
            </a:r>
            <a:r>
              <a:rPr lang="pl-PL" sz="1600" b="0" i="0" u="none" strike="noStrike">
                <a:solidFill>
                  <a:schemeClr val="tx2"/>
                </a:solidFill>
                <a:effectLst/>
                <a:latin typeface="gg sans"/>
              </a:rPr>
              <a:t> online </a:t>
            </a:r>
            <a:r>
              <a:rPr lang="pl-PL" sz="1600" b="0" i="0" u="none" strike="noStrike" err="1">
                <a:solidFill>
                  <a:schemeClr val="tx2"/>
                </a:solidFill>
                <a:effectLst/>
                <a:latin typeface="gg sans"/>
              </a:rPr>
              <a:t>safety</a:t>
            </a:r>
            <a:r>
              <a:rPr lang="pl-PL" sz="1600" b="0" i="0" u="none" strike="noStrike">
                <a:solidFill>
                  <a:schemeClr val="tx2"/>
                </a:solidFill>
                <a:effectLst/>
                <a:latin typeface="gg sans"/>
              </a:rPr>
              <a:t>.</a:t>
            </a:r>
            <a:br>
              <a:rPr lang="pl-PL" sz="1600" b="0" i="0" u="none" strike="noStrike">
                <a:solidFill>
                  <a:schemeClr val="tx2"/>
                </a:solidFill>
                <a:effectLst/>
                <a:latin typeface="gg sans"/>
              </a:rPr>
            </a:br>
            <a:endParaRPr lang="pl-PL" sz="1600">
              <a:solidFill>
                <a:schemeClr val="tx2"/>
              </a:solidFill>
              <a:latin typeface="gg sans"/>
            </a:endParaRPr>
          </a:p>
        </p:txBody>
      </p:sp>
    </p:spTree>
    <p:extLst>
      <p:ext uri="{BB962C8B-B14F-4D97-AF65-F5344CB8AC3E}">
        <p14:creationId xmlns:p14="http://schemas.microsoft.com/office/powerpoint/2010/main" val="1900606966"/>
      </p:ext>
    </p:extLst>
  </p:cSld>
  <p:clrMapOvr>
    <a:masterClrMapping/>
  </p:clrMapOvr>
</p:sld>
</file>

<file path=ppt/theme/theme1.xml><?xml version="1.0" encoding="utf-8"?>
<a:theme xmlns:a="http://schemas.openxmlformats.org/drawingml/2006/main" name="Motyw pakietu Office">
  <a:themeElements>
    <a:clrScheme name="Niestandardowy 3">
      <a:dk1>
        <a:sysClr val="windowText" lastClr="000000"/>
      </a:dk1>
      <a:lt1>
        <a:sysClr val="window" lastClr="FFFFFF"/>
      </a:lt1>
      <a:dk2>
        <a:srgbClr val="44546A"/>
      </a:dk2>
      <a:lt2>
        <a:srgbClr val="E7E6E6"/>
      </a:lt2>
      <a:accent1>
        <a:srgbClr val="FFB09D"/>
      </a:accent1>
      <a:accent2>
        <a:srgbClr val="FFD7C7"/>
      </a:accent2>
      <a:accent3>
        <a:srgbClr val="8D8AA2"/>
      </a:accent3>
      <a:accent4>
        <a:srgbClr val="55736D"/>
      </a:accent4>
      <a:accent5>
        <a:srgbClr val="88A88E"/>
      </a:accent5>
      <a:accent6>
        <a:srgbClr val="E6FFFB"/>
      </a:accent6>
      <a:hlink>
        <a:srgbClr val="0563C1"/>
      </a:hlink>
      <a:folHlink>
        <a:srgbClr val="954F72"/>
      </a:folHlink>
    </a:clrScheme>
    <a:fontScheme name="Custom 116">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7600_TF66722518_Win32" id="{8247CCA3-106F-48F3-BAE5-EB0965C8C6CC}" vid="{5BA01ACD-285A-4F85-8840-FE3FC9864E03}"/>
    </a:ext>
  </a:extLst>
</a:theme>
</file>

<file path=ppt/theme/theme2.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9b6aeb9-71f0-4d53-adc5-e5cb8187793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39FC7733279D2646A8433AB35A8F1AF5" ma:contentTypeVersion="8" ma:contentTypeDescription="Utwórz nowy dokument." ma:contentTypeScope="" ma:versionID="eb189f5ab7d6a351eb43aff7b8399ef5">
  <xsd:schema xmlns:xsd="http://www.w3.org/2001/XMLSchema" xmlns:xs="http://www.w3.org/2001/XMLSchema" xmlns:p="http://schemas.microsoft.com/office/2006/metadata/properties" xmlns:ns3="b9b6aeb9-71f0-4d53-adc5-e5cb81877930" xmlns:ns4="ea4b79c0-43b5-4141-8998-470bae5f0f86" targetNamespace="http://schemas.microsoft.com/office/2006/metadata/properties" ma:root="true" ma:fieldsID="7f4222e37191daea213c4e897c717a51" ns3:_="" ns4:_="">
    <xsd:import namespace="b9b6aeb9-71f0-4d53-adc5-e5cb81877930"/>
    <xsd:import namespace="ea4b79c0-43b5-4141-8998-470bae5f0f86"/>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b6aeb9-71f0-4d53-adc5-e5cb81877930"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a4b79c0-43b5-4141-8998-470bae5f0f86" elementFormDefault="qualified">
    <xsd:import namespace="http://schemas.microsoft.com/office/2006/documentManagement/types"/>
    <xsd:import namespace="http://schemas.microsoft.com/office/infopath/2007/PartnerControls"/>
    <xsd:element name="SharedWithUsers" ma:index="9" nillable="true" ma:displayName="Udostępniani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Udostępnione dla — szczegóły" ma:internalName="SharedWithDetails" ma:readOnly="true">
      <xsd:simpleType>
        <xsd:restriction base="dms:Note">
          <xsd:maxLength value="255"/>
        </xsd:restriction>
      </xsd:simpleType>
    </xsd:element>
    <xsd:element name="SharingHintHash" ma:index="11" nillable="true" ma:displayName="Skrót wskazówki dotyczącej udostępniania"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E6AE0A-D4B0-4A5B-9359-3C20E0AE6F61}">
  <ds:schemaRefs>
    <ds:schemaRef ds:uri="http://www.w3.org/XML/1998/namespace"/>
    <ds:schemaRef ds:uri="http://schemas.openxmlformats.org/package/2006/metadata/core-properties"/>
    <ds:schemaRef ds:uri="http://purl.org/dc/elements/1.1/"/>
    <ds:schemaRef ds:uri="http://schemas.microsoft.com/office/2006/metadata/properties"/>
    <ds:schemaRef ds:uri="http://purl.org/dc/terms/"/>
    <ds:schemaRef ds:uri="http://schemas.microsoft.com/office/2006/documentManagement/types"/>
    <ds:schemaRef ds:uri="http://schemas.microsoft.com/office/infopath/2007/PartnerControls"/>
    <ds:schemaRef ds:uri="ea4b79c0-43b5-4141-8998-470bae5f0f86"/>
    <ds:schemaRef ds:uri="b9b6aeb9-71f0-4d53-adc5-e5cb81877930"/>
    <ds:schemaRef ds:uri="http://purl.org/dc/dcmitype/"/>
  </ds:schemaRefs>
</ds:datastoreItem>
</file>

<file path=customXml/itemProps2.xml><?xml version="1.0" encoding="utf-8"?>
<ds:datastoreItem xmlns:ds="http://schemas.openxmlformats.org/officeDocument/2006/customXml" ds:itemID="{4E147DEF-DDD1-48BB-A462-5AB22A456101}">
  <ds:schemaRefs>
    <ds:schemaRef ds:uri="b9b6aeb9-71f0-4d53-adc5-e5cb81877930"/>
    <ds:schemaRef ds:uri="ea4b79c0-43b5-4141-8998-470bae5f0f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E0C88140-B977-44ED-8877-83D5BCE76393}">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{6F517DE5-3AEE-42AC-A2B7-EC5199BAF58B}tf66722518_win32</Template>
  <TotalTime>0</TotalTime>
  <Words>2029</Words>
  <Application>Microsoft Office PowerPoint</Application>
  <PresentationFormat>Panoramiczny</PresentationFormat>
  <Paragraphs>179</Paragraphs>
  <Slides>17</Slides>
  <Notes>10</Notes>
  <HiddenSlides>0</HiddenSlides>
  <MMClips>0</MMClips>
  <ScaleCrop>false</ScaleCrop>
  <HeadingPairs>
    <vt:vector size="6" baseType="variant">
      <vt:variant>
        <vt:lpstr>Używane czcionki</vt:lpstr>
      </vt:variant>
      <vt:variant>
        <vt:i4>8</vt:i4>
      </vt:variant>
      <vt:variant>
        <vt:lpstr>Motyw</vt:lpstr>
      </vt:variant>
      <vt:variant>
        <vt:i4>1</vt:i4>
      </vt:variant>
      <vt:variant>
        <vt:lpstr>Tytuły slajdów</vt:lpstr>
      </vt:variant>
      <vt:variant>
        <vt:i4>17</vt:i4>
      </vt:variant>
    </vt:vector>
  </HeadingPairs>
  <TitlesOfParts>
    <vt:vector size="26" baseType="lpstr">
      <vt:lpstr>ADLaM Display</vt:lpstr>
      <vt:lpstr>Arial</vt:lpstr>
      <vt:lpstr>Calibri</vt:lpstr>
      <vt:lpstr>gg sans</vt:lpstr>
      <vt:lpstr>Source Sans Pro Light</vt:lpstr>
      <vt:lpstr>Times New Roman</vt:lpstr>
      <vt:lpstr>-webkit-standard</vt:lpstr>
      <vt:lpstr>Wingdings</vt:lpstr>
      <vt:lpstr>Motyw pakietu Office</vt:lpstr>
      <vt:lpstr>WebM8s</vt:lpstr>
      <vt:lpstr>App Vision</vt:lpstr>
      <vt:lpstr>Scope</vt:lpstr>
      <vt:lpstr>Why WebM8s?</vt:lpstr>
      <vt:lpstr>User Personas</vt:lpstr>
      <vt:lpstr>Use Cases</vt:lpstr>
      <vt:lpstr>Functional and Non-Functional Requirements</vt:lpstr>
      <vt:lpstr>Wireframes and User Interface Mockups</vt:lpstr>
      <vt:lpstr>Risk Assessment and Mitigation Plan</vt:lpstr>
      <vt:lpstr>Budget Constraints </vt:lpstr>
      <vt:lpstr>Testing Plan</vt:lpstr>
      <vt:lpstr>Test Types</vt:lpstr>
      <vt:lpstr>How will user acceptance tests work in WebM8s?</vt:lpstr>
      <vt:lpstr> Delivery Process and Organization</vt:lpstr>
      <vt:lpstr>Organization tools</vt:lpstr>
      <vt:lpstr>Data Privacy and Security Plan</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WebM8s</dc:title>
  <dc:creator>Jan Gasztold</dc:creator>
  <cp:lastModifiedBy>Jan Gasztold</cp:lastModifiedBy>
  <cp:revision>18</cp:revision>
  <dcterms:created xsi:type="dcterms:W3CDTF">2024-10-17T16:43:29Z</dcterms:created>
  <dcterms:modified xsi:type="dcterms:W3CDTF">2025-01-08T10:47:45Z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0x01010039FC7733279D2646A8433AB35A8F1AF5</vt:lpwstr>
  </property>
</Properties>
</file>